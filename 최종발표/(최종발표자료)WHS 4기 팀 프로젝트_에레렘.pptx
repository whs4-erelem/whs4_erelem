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413" y="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5" Type="http://schemas.openxmlformats.org/officeDocument/2006/relationships/image" Target="../media/image36.pn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sv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35.sv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5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5.png"/><Relationship Id="rId26" Type="http://schemas.openxmlformats.org/officeDocument/2006/relationships/image" Target="../media/image73.svg"/><Relationship Id="rId39" Type="http://schemas.openxmlformats.org/officeDocument/2006/relationships/image" Target="../media/image86.png"/><Relationship Id="rId21" Type="http://schemas.openxmlformats.org/officeDocument/2006/relationships/image" Target="../media/image68.png"/><Relationship Id="rId34" Type="http://schemas.openxmlformats.org/officeDocument/2006/relationships/image" Target="../media/image81.svg"/><Relationship Id="rId42" Type="http://schemas.openxmlformats.org/officeDocument/2006/relationships/image" Target="../media/image89.png"/><Relationship Id="rId47" Type="http://schemas.openxmlformats.org/officeDocument/2006/relationships/image" Target="../media/image94.png"/><Relationship Id="rId50" Type="http://schemas.openxmlformats.org/officeDocument/2006/relationships/image" Target="../media/image97.png"/><Relationship Id="rId55" Type="http://schemas.openxmlformats.org/officeDocument/2006/relationships/image" Target="../media/image102.sv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6" Type="http://schemas.openxmlformats.org/officeDocument/2006/relationships/image" Target="../media/image63.png"/><Relationship Id="rId29" Type="http://schemas.openxmlformats.org/officeDocument/2006/relationships/image" Target="../media/image76.png"/><Relationship Id="rId11" Type="http://schemas.openxmlformats.org/officeDocument/2006/relationships/image" Target="../media/image59.png"/><Relationship Id="rId24" Type="http://schemas.openxmlformats.org/officeDocument/2006/relationships/image" Target="../media/image71.png"/><Relationship Id="rId32" Type="http://schemas.openxmlformats.org/officeDocument/2006/relationships/image" Target="../media/image79.png"/><Relationship Id="rId37" Type="http://schemas.openxmlformats.org/officeDocument/2006/relationships/image" Target="../media/image84.png"/><Relationship Id="rId40" Type="http://schemas.openxmlformats.org/officeDocument/2006/relationships/image" Target="../media/image87.svg"/><Relationship Id="rId45" Type="http://schemas.openxmlformats.org/officeDocument/2006/relationships/image" Target="../media/image92.svg"/><Relationship Id="rId53" Type="http://schemas.openxmlformats.org/officeDocument/2006/relationships/image" Target="../media/image100.png"/><Relationship Id="rId58" Type="http://schemas.openxmlformats.org/officeDocument/2006/relationships/image" Target="../media/image105.png"/><Relationship Id="rId5" Type="http://schemas.openxmlformats.org/officeDocument/2006/relationships/image" Target="../media/image53.svg"/><Relationship Id="rId61" Type="http://schemas.openxmlformats.org/officeDocument/2006/relationships/image" Target="../media/image35.svg"/><Relationship Id="rId19" Type="http://schemas.openxmlformats.org/officeDocument/2006/relationships/image" Target="../media/image66.png"/><Relationship Id="rId14" Type="http://schemas.openxmlformats.org/officeDocument/2006/relationships/image" Target="../media/image62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35" Type="http://schemas.openxmlformats.org/officeDocument/2006/relationships/image" Target="../media/image82.png"/><Relationship Id="rId43" Type="http://schemas.openxmlformats.org/officeDocument/2006/relationships/image" Target="../media/image90.png"/><Relationship Id="rId48" Type="http://schemas.openxmlformats.org/officeDocument/2006/relationships/image" Target="../media/image95.png"/><Relationship Id="rId56" Type="http://schemas.openxmlformats.org/officeDocument/2006/relationships/image" Target="../media/image103.png"/><Relationship Id="rId8" Type="http://schemas.openxmlformats.org/officeDocument/2006/relationships/image" Target="../media/image56.png"/><Relationship Id="rId51" Type="http://schemas.openxmlformats.org/officeDocument/2006/relationships/image" Target="../media/image98.png"/><Relationship Id="rId3" Type="http://schemas.openxmlformats.org/officeDocument/2006/relationships/image" Target="../media/image51.svg"/><Relationship Id="rId12" Type="http://schemas.openxmlformats.org/officeDocument/2006/relationships/image" Target="../media/image60.sv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38" Type="http://schemas.openxmlformats.org/officeDocument/2006/relationships/image" Target="../media/image85.png"/><Relationship Id="rId46" Type="http://schemas.openxmlformats.org/officeDocument/2006/relationships/image" Target="../media/image93.png"/><Relationship Id="rId59" Type="http://schemas.openxmlformats.org/officeDocument/2006/relationships/image" Target="../media/image106.png"/><Relationship Id="rId20" Type="http://schemas.openxmlformats.org/officeDocument/2006/relationships/image" Target="../media/image67.svg"/><Relationship Id="rId41" Type="http://schemas.openxmlformats.org/officeDocument/2006/relationships/image" Target="../media/image88.png"/><Relationship Id="rId54" Type="http://schemas.openxmlformats.org/officeDocument/2006/relationships/image" Target="../media/image101.png"/><Relationship Id="rId6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15" Type="http://schemas.openxmlformats.org/officeDocument/2006/relationships/image" Target="../media/image16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36" Type="http://schemas.openxmlformats.org/officeDocument/2006/relationships/image" Target="../media/image83.png"/><Relationship Id="rId49" Type="http://schemas.openxmlformats.org/officeDocument/2006/relationships/image" Target="../media/image96.png"/><Relationship Id="rId57" Type="http://schemas.openxmlformats.org/officeDocument/2006/relationships/image" Target="../media/image104.png"/><Relationship Id="rId10" Type="http://schemas.openxmlformats.org/officeDocument/2006/relationships/image" Target="../media/image58.svg"/><Relationship Id="rId31" Type="http://schemas.openxmlformats.org/officeDocument/2006/relationships/image" Target="../media/image78.png"/><Relationship Id="rId44" Type="http://schemas.openxmlformats.org/officeDocument/2006/relationships/image" Target="../media/image91.png"/><Relationship Id="rId52" Type="http://schemas.openxmlformats.org/officeDocument/2006/relationships/image" Target="../media/image99.png"/><Relationship Id="rId60" Type="http://schemas.openxmlformats.org/officeDocument/2006/relationships/image" Target="../media/image10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26" Type="http://schemas.openxmlformats.org/officeDocument/2006/relationships/image" Target="../media/image129.svg"/><Relationship Id="rId3" Type="http://schemas.openxmlformats.org/officeDocument/2006/relationships/image" Target="../media/image110.png"/><Relationship Id="rId21" Type="http://schemas.openxmlformats.org/officeDocument/2006/relationships/image" Target="../media/image124.png"/><Relationship Id="rId7" Type="http://schemas.openxmlformats.org/officeDocument/2006/relationships/image" Target="../media/image112.svg"/><Relationship Id="rId12" Type="http://schemas.openxmlformats.org/officeDocument/2006/relationships/image" Target="../media/image35.svg"/><Relationship Id="rId17" Type="http://schemas.openxmlformats.org/officeDocument/2006/relationships/image" Target="../media/image120.png"/><Relationship Id="rId25" Type="http://schemas.openxmlformats.org/officeDocument/2006/relationships/image" Target="../media/image128.png"/><Relationship Id="rId2" Type="http://schemas.openxmlformats.org/officeDocument/2006/relationships/image" Target="../media/image109.svg"/><Relationship Id="rId16" Type="http://schemas.openxmlformats.org/officeDocument/2006/relationships/image" Target="../media/image119.svg"/><Relationship Id="rId20" Type="http://schemas.openxmlformats.org/officeDocument/2006/relationships/image" Target="../media/image123.png"/><Relationship Id="rId29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61.png"/><Relationship Id="rId24" Type="http://schemas.openxmlformats.org/officeDocument/2006/relationships/image" Target="../media/image127.png"/><Relationship Id="rId5" Type="http://schemas.openxmlformats.org/officeDocument/2006/relationships/image" Target="../media/image111.png"/><Relationship Id="rId15" Type="http://schemas.openxmlformats.org/officeDocument/2006/relationships/image" Target="../media/image118.png"/><Relationship Id="rId23" Type="http://schemas.openxmlformats.org/officeDocument/2006/relationships/image" Target="../media/image126.png"/><Relationship Id="rId28" Type="http://schemas.openxmlformats.org/officeDocument/2006/relationships/image" Target="../media/image131.png"/><Relationship Id="rId10" Type="http://schemas.openxmlformats.org/officeDocument/2006/relationships/image" Target="../media/image115.png"/><Relationship Id="rId19" Type="http://schemas.openxmlformats.org/officeDocument/2006/relationships/image" Target="../media/image122.svg"/><Relationship Id="rId4" Type="http://schemas.openxmlformats.org/officeDocument/2006/relationships/image" Target="../media/image60.svg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5.svg"/><Relationship Id="rId27" Type="http://schemas.openxmlformats.org/officeDocument/2006/relationships/image" Target="../media/image130.png"/><Relationship Id="rId30" Type="http://schemas.openxmlformats.org/officeDocument/2006/relationships/image" Target="../media/image13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148.png"/><Relationship Id="rId26" Type="http://schemas.openxmlformats.org/officeDocument/2006/relationships/image" Target="../media/image155.png"/><Relationship Id="rId39" Type="http://schemas.openxmlformats.org/officeDocument/2006/relationships/image" Target="../media/image168.png"/><Relationship Id="rId21" Type="http://schemas.openxmlformats.org/officeDocument/2006/relationships/image" Target="../media/image151.svg"/><Relationship Id="rId34" Type="http://schemas.openxmlformats.org/officeDocument/2006/relationships/image" Target="../media/image163.png"/><Relationship Id="rId42" Type="http://schemas.openxmlformats.org/officeDocument/2006/relationships/image" Target="../media/image171.png"/><Relationship Id="rId47" Type="http://schemas.openxmlformats.org/officeDocument/2006/relationships/image" Target="../media/image176.png"/><Relationship Id="rId50" Type="http://schemas.openxmlformats.org/officeDocument/2006/relationships/image" Target="../media/image179.svg"/><Relationship Id="rId7" Type="http://schemas.openxmlformats.org/officeDocument/2006/relationships/image" Target="../media/image139.svg"/><Relationship Id="rId2" Type="http://schemas.openxmlformats.org/officeDocument/2006/relationships/image" Target="../media/image134.svg"/><Relationship Id="rId16" Type="http://schemas.openxmlformats.org/officeDocument/2006/relationships/image" Target="../media/image146.png"/><Relationship Id="rId29" Type="http://schemas.openxmlformats.org/officeDocument/2006/relationships/image" Target="../media/image158.png"/><Relationship Id="rId11" Type="http://schemas.openxmlformats.org/officeDocument/2006/relationships/image" Target="../media/image143.svg"/><Relationship Id="rId24" Type="http://schemas.openxmlformats.org/officeDocument/2006/relationships/image" Target="../media/image35.svg"/><Relationship Id="rId32" Type="http://schemas.openxmlformats.org/officeDocument/2006/relationships/image" Target="../media/image161.png"/><Relationship Id="rId37" Type="http://schemas.openxmlformats.org/officeDocument/2006/relationships/image" Target="../media/image166.png"/><Relationship Id="rId40" Type="http://schemas.openxmlformats.org/officeDocument/2006/relationships/image" Target="../media/image169.png"/><Relationship Id="rId45" Type="http://schemas.openxmlformats.org/officeDocument/2006/relationships/image" Target="../media/image174.png"/><Relationship Id="rId5" Type="http://schemas.openxmlformats.org/officeDocument/2006/relationships/image" Target="../media/image137.svg"/><Relationship Id="rId15" Type="http://schemas.openxmlformats.org/officeDocument/2006/relationships/image" Target="../media/image145.svg"/><Relationship Id="rId23" Type="http://schemas.openxmlformats.org/officeDocument/2006/relationships/image" Target="../media/image153.png"/><Relationship Id="rId28" Type="http://schemas.openxmlformats.org/officeDocument/2006/relationships/image" Target="../media/image157.svg"/><Relationship Id="rId36" Type="http://schemas.openxmlformats.org/officeDocument/2006/relationships/image" Target="../media/image165.png"/><Relationship Id="rId49" Type="http://schemas.openxmlformats.org/officeDocument/2006/relationships/image" Target="../media/image178.png"/><Relationship Id="rId10" Type="http://schemas.openxmlformats.org/officeDocument/2006/relationships/image" Target="../media/image142.svg"/><Relationship Id="rId19" Type="http://schemas.openxmlformats.org/officeDocument/2006/relationships/image" Target="../media/image149.svg"/><Relationship Id="rId31" Type="http://schemas.openxmlformats.org/officeDocument/2006/relationships/image" Target="../media/image160.svg"/><Relationship Id="rId44" Type="http://schemas.openxmlformats.org/officeDocument/2006/relationships/image" Target="../media/image173.svg"/><Relationship Id="rId52" Type="http://schemas.openxmlformats.org/officeDocument/2006/relationships/image" Target="../media/image181.svg"/><Relationship Id="rId4" Type="http://schemas.openxmlformats.org/officeDocument/2006/relationships/image" Target="../media/image136.svg"/><Relationship Id="rId9" Type="http://schemas.openxmlformats.org/officeDocument/2006/relationships/image" Target="../media/image141.svg"/><Relationship Id="rId14" Type="http://schemas.openxmlformats.org/officeDocument/2006/relationships/image" Target="../media/image144.png"/><Relationship Id="rId22" Type="http://schemas.openxmlformats.org/officeDocument/2006/relationships/image" Target="../media/image152.svg"/><Relationship Id="rId27" Type="http://schemas.openxmlformats.org/officeDocument/2006/relationships/image" Target="../media/image156.png"/><Relationship Id="rId30" Type="http://schemas.openxmlformats.org/officeDocument/2006/relationships/image" Target="../media/image159.svg"/><Relationship Id="rId35" Type="http://schemas.openxmlformats.org/officeDocument/2006/relationships/image" Target="../media/image164.svg"/><Relationship Id="rId43" Type="http://schemas.openxmlformats.org/officeDocument/2006/relationships/image" Target="../media/image172.svg"/><Relationship Id="rId48" Type="http://schemas.openxmlformats.org/officeDocument/2006/relationships/image" Target="../media/image177.png"/><Relationship Id="rId8" Type="http://schemas.openxmlformats.org/officeDocument/2006/relationships/image" Target="../media/image140.svg"/><Relationship Id="rId51" Type="http://schemas.openxmlformats.org/officeDocument/2006/relationships/image" Target="../media/image180.png"/><Relationship Id="rId3" Type="http://schemas.openxmlformats.org/officeDocument/2006/relationships/image" Target="../media/image135.svg"/><Relationship Id="rId12" Type="http://schemas.openxmlformats.org/officeDocument/2006/relationships/image" Target="../media/image61.png"/><Relationship Id="rId17" Type="http://schemas.openxmlformats.org/officeDocument/2006/relationships/image" Target="../media/image147.svg"/><Relationship Id="rId25" Type="http://schemas.openxmlformats.org/officeDocument/2006/relationships/image" Target="../media/image154.png"/><Relationship Id="rId33" Type="http://schemas.openxmlformats.org/officeDocument/2006/relationships/image" Target="../media/image162.svg"/><Relationship Id="rId38" Type="http://schemas.openxmlformats.org/officeDocument/2006/relationships/image" Target="../media/image167.png"/><Relationship Id="rId46" Type="http://schemas.openxmlformats.org/officeDocument/2006/relationships/image" Target="../media/image175.png"/><Relationship Id="rId20" Type="http://schemas.openxmlformats.org/officeDocument/2006/relationships/image" Target="../media/image150.png"/><Relationship Id="rId41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26" Type="http://schemas.openxmlformats.org/officeDocument/2006/relationships/image" Target="../media/image203.svg"/><Relationship Id="rId39" Type="http://schemas.openxmlformats.org/officeDocument/2006/relationships/image" Target="../media/image216.svg"/><Relationship Id="rId21" Type="http://schemas.openxmlformats.org/officeDocument/2006/relationships/image" Target="../media/image198.svg"/><Relationship Id="rId34" Type="http://schemas.openxmlformats.org/officeDocument/2006/relationships/image" Target="../media/image211.png"/><Relationship Id="rId42" Type="http://schemas.openxmlformats.org/officeDocument/2006/relationships/image" Target="../media/image219.svg"/><Relationship Id="rId47" Type="http://schemas.openxmlformats.org/officeDocument/2006/relationships/image" Target="../media/image224.svg"/><Relationship Id="rId50" Type="http://schemas.openxmlformats.org/officeDocument/2006/relationships/image" Target="../media/image35.svg"/><Relationship Id="rId7" Type="http://schemas.openxmlformats.org/officeDocument/2006/relationships/image" Target="../media/image16.png"/><Relationship Id="rId2" Type="http://schemas.openxmlformats.org/officeDocument/2006/relationships/image" Target="../media/image182.svg"/><Relationship Id="rId16" Type="http://schemas.openxmlformats.org/officeDocument/2006/relationships/image" Target="../media/image193.png"/><Relationship Id="rId29" Type="http://schemas.openxmlformats.org/officeDocument/2006/relationships/image" Target="../media/image206.svg"/><Relationship Id="rId11" Type="http://schemas.openxmlformats.org/officeDocument/2006/relationships/image" Target="../media/image188.png"/><Relationship Id="rId24" Type="http://schemas.openxmlformats.org/officeDocument/2006/relationships/image" Target="../media/image201.svg"/><Relationship Id="rId32" Type="http://schemas.openxmlformats.org/officeDocument/2006/relationships/image" Target="../media/image209.svg"/><Relationship Id="rId37" Type="http://schemas.openxmlformats.org/officeDocument/2006/relationships/image" Target="../media/image214.svg"/><Relationship Id="rId40" Type="http://schemas.openxmlformats.org/officeDocument/2006/relationships/image" Target="../media/image217.svg"/><Relationship Id="rId45" Type="http://schemas.openxmlformats.org/officeDocument/2006/relationships/image" Target="../media/image222.png"/><Relationship Id="rId5" Type="http://schemas.openxmlformats.org/officeDocument/2006/relationships/image" Target="../media/image61.png"/><Relationship Id="rId15" Type="http://schemas.openxmlformats.org/officeDocument/2006/relationships/image" Target="../media/image192.png"/><Relationship Id="rId23" Type="http://schemas.openxmlformats.org/officeDocument/2006/relationships/image" Target="../media/image200.png"/><Relationship Id="rId28" Type="http://schemas.openxmlformats.org/officeDocument/2006/relationships/image" Target="../media/image205.png"/><Relationship Id="rId36" Type="http://schemas.openxmlformats.org/officeDocument/2006/relationships/image" Target="../media/image213.png"/><Relationship Id="rId49" Type="http://schemas.openxmlformats.org/officeDocument/2006/relationships/image" Target="../media/image226.png"/><Relationship Id="rId10" Type="http://schemas.openxmlformats.org/officeDocument/2006/relationships/image" Target="../media/image187.png"/><Relationship Id="rId19" Type="http://schemas.openxmlformats.org/officeDocument/2006/relationships/image" Target="../media/image196.svg"/><Relationship Id="rId31" Type="http://schemas.openxmlformats.org/officeDocument/2006/relationships/image" Target="../media/image208.png"/><Relationship Id="rId44" Type="http://schemas.openxmlformats.org/officeDocument/2006/relationships/image" Target="../media/image221.png"/><Relationship Id="rId4" Type="http://schemas.openxmlformats.org/officeDocument/2006/relationships/image" Target="../media/image60.svg"/><Relationship Id="rId9" Type="http://schemas.openxmlformats.org/officeDocument/2006/relationships/image" Target="../media/image186.svg"/><Relationship Id="rId14" Type="http://schemas.openxmlformats.org/officeDocument/2006/relationships/image" Target="../media/image191.svg"/><Relationship Id="rId22" Type="http://schemas.openxmlformats.org/officeDocument/2006/relationships/image" Target="../media/image199.svg"/><Relationship Id="rId27" Type="http://schemas.openxmlformats.org/officeDocument/2006/relationships/image" Target="../media/image204.png"/><Relationship Id="rId30" Type="http://schemas.openxmlformats.org/officeDocument/2006/relationships/image" Target="../media/image207.svg"/><Relationship Id="rId35" Type="http://schemas.openxmlformats.org/officeDocument/2006/relationships/image" Target="../media/image212.png"/><Relationship Id="rId43" Type="http://schemas.openxmlformats.org/officeDocument/2006/relationships/image" Target="../media/image220.png"/><Relationship Id="rId48" Type="http://schemas.openxmlformats.org/officeDocument/2006/relationships/image" Target="../media/image225.png"/><Relationship Id="rId8" Type="http://schemas.openxmlformats.org/officeDocument/2006/relationships/image" Target="../media/image185.svg"/><Relationship Id="rId51" Type="http://schemas.openxmlformats.org/officeDocument/2006/relationships/image" Target="../media/image227.png"/><Relationship Id="rId3" Type="http://schemas.openxmlformats.org/officeDocument/2006/relationships/image" Target="../media/image183.png"/><Relationship Id="rId12" Type="http://schemas.openxmlformats.org/officeDocument/2006/relationships/image" Target="../media/image189.svg"/><Relationship Id="rId17" Type="http://schemas.openxmlformats.org/officeDocument/2006/relationships/image" Target="../media/image194.svg"/><Relationship Id="rId25" Type="http://schemas.openxmlformats.org/officeDocument/2006/relationships/image" Target="../media/image202.png"/><Relationship Id="rId33" Type="http://schemas.openxmlformats.org/officeDocument/2006/relationships/image" Target="../media/image210.png"/><Relationship Id="rId38" Type="http://schemas.openxmlformats.org/officeDocument/2006/relationships/image" Target="../media/image215.svg"/><Relationship Id="rId46" Type="http://schemas.openxmlformats.org/officeDocument/2006/relationships/image" Target="../media/image223.png"/><Relationship Id="rId20" Type="http://schemas.openxmlformats.org/officeDocument/2006/relationships/image" Target="../media/image197.svg"/><Relationship Id="rId41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26" Type="http://schemas.openxmlformats.org/officeDocument/2006/relationships/image" Target="../media/image248.svg"/><Relationship Id="rId3" Type="http://schemas.openxmlformats.org/officeDocument/2006/relationships/image" Target="../media/image61.png"/><Relationship Id="rId21" Type="http://schemas.openxmlformats.org/officeDocument/2006/relationships/image" Target="../media/image243.svg"/><Relationship Id="rId7" Type="http://schemas.openxmlformats.org/officeDocument/2006/relationships/image" Target="../media/image229.png"/><Relationship Id="rId12" Type="http://schemas.openxmlformats.org/officeDocument/2006/relationships/image" Target="../media/image234.svg"/><Relationship Id="rId17" Type="http://schemas.openxmlformats.org/officeDocument/2006/relationships/image" Target="../media/image239.svg"/><Relationship Id="rId25" Type="http://schemas.openxmlformats.org/officeDocument/2006/relationships/image" Target="../media/image247.svg"/><Relationship Id="rId2" Type="http://schemas.openxmlformats.org/officeDocument/2006/relationships/image" Target="../media/image143.svg"/><Relationship Id="rId16" Type="http://schemas.openxmlformats.org/officeDocument/2006/relationships/image" Target="../media/image238.png"/><Relationship Id="rId20" Type="http://schemas.openxmlformats.org/officeDocument/2006/relationships/image" Target="../media/image242.png"/><Relationship Id="rId29" Type="http://schemas.openxmlformats.org/officeDocument/2006/relationships/image" Target="../media/image2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233.png"/><Relationship Id="rId24" Type="http://schemas.openxmlformats.org/officeDocument/2006/relationships/image" Target="../media/image246.png"/><Relationship Id="rId5" Type="http://schemas.openxmlformats.org/officeDocument/2006/relationships/image" Target="../media/image16.png"/><Relationship Id="rId15" Type="http://schemas.openxmlformats.org/officeDocument/2006/relationships/image" Target="../media/image237.svg"/><Relationship Id="rId23" Type="http://schemas.openxmlformats.org/officeDocument/2006/relationships/image" Target="../media/image245.svg"/><Relationship Id="rId28" Type="http://schemas.openxmlformats.org/officeDocument/2006/relationships/image" Target="../media/image250.svg"/><Relationship Id="rId10" Type="http://schemas.openxmlformats.org/officeDocument/2006/relationships/image" Target="../media/image232.png"/><Relationship Id="rId19" Type="http://schemas.openxmlformats.org/officeDocument/2006/relationships/image" Target="../media/image241.svg"/><Relationship Id="rId4" Type="http://schemas.openxmlformats.org/officeDocument/2006/relationships/image" Target="../media/image228.png"/><Relationship Id="rId9" Type="http://schemas.openxmlformats.org/officeDocument/2006/relationships/image" Target="../media/image231.svg"/><Relationship Id="rId14" Type="http://schemas.openxmlformats.org/officeDocument/2006/relationships/image" Target="../media/image236.png"/><Relationship Id="rId22" Type="http://schemas.openxmlformats.org/officeDocument/2006/relationships/image" Target="../media/image244.png"/><Relationship Id="rId27" Type="http://schemas.openxmlformats.org/officeDocument/2006/relationships/image" Target="../media/image2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13" Type="http://schemas.openxmlformats.org/officeDocument/2006/relationships/image" Target="../media/image260.png"/><Relationship Id="rId3" Type="http://schemas.openxmlformats.org/officeDocument/2006/relationships/image" Target="../media/image253.png"/><Relationship Id="rId7" Type="http://schemas.openxmlformats.org/officeDocument/2006/relationships/image" Target="../media/image256.png"/><Relationship Id="rId12" Type="http://schemas.openxmlformats.org/officeDocument/2006/relationships/image" Target="../media/image259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258.png"/><Relationship Id="rId5" Type="http://schemas.openxmlformats.org/officeDocument/2006/relationships/image" Target="../media/image255.png"/><Relationship Id="rId15" Type="http://schemas.openxmlformats.org/officeDocument/2006/relationships/image" Target="../media/image261.png"/><Relationship Id="rId10" Type="http://schemas.openxmlformats.org/officeDocument/2006/relationships/image" Target="../media/image45.svg"/><Relationship Id="rId4" Type="http://schemas.openxmlformats.org/officeDocument/2006/relationships/image" Target="../media/image254.png"/><Relationship Id="rId9" Type="http://schemas.openxmlformats.org/officeDocument/2006/relationships/image" Target="../media/image44.svg"/><Relationship Id="rId1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1.png"/><Relationship Id="rId18" Type="http://schemas.openxmlformats.org/officeDocument/2006/relationships/image" Target="../media/image276.png"/><Relationship Id="rId26" Type="http://schemas.openxmlformats.org/officeDocument/2006/relationships/image" Target="../media/image284.svg"/><Relationship Id="rId39" Type="http://schemas.openxmlformats.org/officeDocument/2006/relationships/image" Target="../media/image297.svg"/><Relationship Id="rId21" Type="http://schemas.openxmlformats.org/officeDocument/2006/relationships/image" Target="../media/image279.svg"/><Relationship Id="rId34" Type="http://schemas.openxmlformats.org/officeDocument/2006/relationships/image" Target="../media/image292.svg"/><Relationship Id="rId7" Type="http://schemas.openxmlformats.org/officeDocument/2006/relationships/image" Target="../media/image265.png"/><Relationship Id="rId2" Type="http://schemas.openxmlformats.org/officeDocument/2006/relationships/image" Target="../media/image262.png"/><Relationship Id="rId16" Type="http://schemas.openxmlformats.org/officeDocument/2006/relationships/image" Target="../media/image274.svg"/><Relationship Id="rId20" Type="http://schemas.openxmlformats.org/officeDocument/2006/relationships/image" Target="../media/image278.png"/><Relationship Id="rId29" Type="http://schemas.openxmlformats.org/officeDocument/2006/relationships/image" Target="../media/image287.png"/><Relationship Id="rId41" Type="http://schemas.openxmlformats.org/officeDocument/2006/relationships/image" Target="../media/image2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69.svg"/><Relationship Id="rId24" Type="http://schemas.openxmlformats.org/officeDocument/2006/relationships/image" Target="../media/image282.svg"/><Relationship Id="rId32" Type="http://schemas.openxmlformats.org/officeDocument/2006/relationships/image" Target="../media/image290.png"/><Relationship Id="rId37" Type="http://schemas.openxmlformats.org/officeDocument/2006/relationships/image" Target="../media/image295.svg"/><Relationship Id="rId40" Type="http://schemas.openxmlformats.org/officeDocument/2006/relationships/image" Target="../media/image35.svg"/><Relationship Id="rId5" Type="http://schemas.openxmlformats.org/officeDocument/2006/relationships/image" Target="../media/image264.png"/><Relationship Id="rId15" Type="http://schemas.openxmlformats.org/officeDocument/2006/relationships/image" Target="../media/image273.png"/><Relationship Id="rId23" Type="http://schemas.openxmlformats.org/officeDocument/2006/relationships/image" Target="../media/image281.svg"/><Relationship Id="rId28" Type="http://schemas.openxmlformats.org/officeDocument/2006/relationships/image" Target="../media/image286.svg"/><Relationship Id="rId36" Type="http://schemas.openxmlformats.org/officeDocument/2006/relationships/image" Target="../media/image294.png"/><Relationship Id="rId10" Type="http://schemas.openxmlformats.org/officeDocument/2006/relationships/image" Target="../media/image268.png"/><Relationship Id="rId19" Type="http://schemas.openxmlformats.org/officeDocument/2006/relationships/image" Target="../media/image277.svg"/><Relationship Id="rId31" Type="http://schemas.openxmlformats.org/officeDocument/2006/relationships/image" Target="../media/image289.svg"/><Relationship Id="rId4" Type="http://schemas.openxmlformats.org/officeDocument/2006/relationships/image" Target="../media/image263.png"/><Relationship Id="rId9" Type="http://schemas.openxmlformats.org/officeDocument/2006/relationships/image" Target="../media/image267.svg"/><Relationship Id="rId14" Type="http://schemas.openxmlformats.org/officeDocument/2006/relationships/image" Target="../media/image272.svg"/><Relationship Id="rId22" Type="http://schemas.openxmlformats.org/officeDocument/2006/relationships/image" Target="../media/image280.png"/><Relationship Id="rId27" Type="http://schemas.openxmlformats.org/officeDocument/2006/relationships/image" Target="../media/image285.png"/><Relationship Id="rId30" Type="http://schemas.openxmlformats.org/officeDocument/2006/relationships/image" Target="../media/image288.svg"/><Relationship Id="rId35" Type="http://schemas.openxmlformats.org/officeDocument/2006/relationships/image" Target="../media/image293.png"/><Relationship Id="rId8" Type="http://schemas.openxmlformats.org/officeDocument/2006/relationships/image" Target="../media/image266.png"/><Relationship Id="rId3" Type="http://schemas.openxmlformats.org/officeDocument/2006/relationships/image" Target="../media/image60.svg"/><Relationship Id="rId12" Type="http://schemas.openxmlformats.org/officeDocument/2006/relationships/image" Target="../media/image270.svg"/><Relationship Id="rId17" Type="http://schemas.openxmlformats.org/officeDocument/2006/relationships/image" Target="../media/image275.svg"/><Relationship Id="rId25" Type="http://schemas.openxmlformats.org/officeDocument/2006/relationships/image" Target="../media/image283.png"/><Relationship Id="rId33" Type="http://schemas.openxmlformats.org/officeDocument/2006/relationships/image" Target="../media/image291.svg"/><Relationship Id="rId38" Type="http://schemas.openxmlformats.org/officeDocument/2006/relationships/image" Target="../media/image29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svg"/><Relationship Id="rId13" Type="http://schemas.openxmlformats.org/officeDocument/2006/relationships/image" Target="../media/image306.png"/><Relationship Id="rId18" Type="http://schemas.openxmlformats.org/officeDocument/2006/relationships/image" Target="../media/image311.svg"/><Relationship Id="rId3" Type="http://schemas.openxmlformats.org/officeDocument/2006/relationships/image" Target="../media/image263.png"/><Relationship Id="rId7" Type="http://schemas.openxmlformats.org/officeDocument/2006/relationships/image" Target="../media/image301.png"/><Relationship Id="rId12" Type="http://schemas.openxmlformats.org/officeDocument/2006/relationships/image" Target="../media/image35.svg"/><Relationship Id="rId17" Type="http://schemas.openxmlformats.org/officeDocument/2006/relationships/image" Target="../media/image310.png"/><Relationship Id="rId2" Type="http://schemas.openxmlformats.org/officeDocument/2006/relationships/image" Target="../media/image60.svg"/><Relationship Id="rId16" Type="http://schemas.openxmlformats.org/officeDocument/2006/relationships/image" Target="../media/image30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svg"/><Relationship Id="rId11" Type="http://schemas.openxmlformats.org/officeDocument/2006/relationships/image" Target="../media/image305.png"/><Relationship Id="rId5" Type="http://schemas.openxmlformats.org/officeDocument/2006/relationships/image" Target="../media/image16.png"/><Relationship Id="rId15" Type="http://schemas.openxmlformats.org/officeDocument/2006/relationships/image" Target="../media/image308.png"/><Relationship Id="rId10" Type="http://schemas.openxmlformats.org/officeDocument/2006/relationships/image" Target="../media/image304.svg"/><Relationship Id="rId19" Type="http://schemas.openxmlformats.org/officeDocument/2006/relationships/image" Target="../media/image312.png"/><Relationship Id="rId4" Type="http://schemas.openxmlformats.org/officeDocument/2006/relationships/image" Target="../media/image299.png"/><Relationship Id="rId9" Type="http://schemas.openxmlformats.org/officeDocument/2006/relationships/image" Target="../media/image303.png"/><Relationship Id="rId14" Type="http://schemas.openxmlformats.org/officeDocument/2006/relationships/image" Target="../media/image30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263.png"/><Relationship Id="rId7" Type="http://schemas.openxmlformats.org/officeDocument/2006/relationships/image" Target="../media/image314.png"/><Relationship Id="rId12" Type="http://schemas.openxmlformats.org/officeDocument/2006/relationships/image" Target="../media/image319.pn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318.png"/><Relationship Id="rId5" Type="http://schemas.openxmlformats.org/officeDocument/2006/relationships/image" Target="../media/image16.png"/><Relationship Id="rId10" Type="http://schemas.openxmlformats.org/officeDocument/2006/relationships/image" Target="../media/image317.svg"/><Relationship Id="rId4" Type="http://schemas.openxmlformats.org/officeDocument/2006/relationships/image" Target="../media/image313.png"/><Relationship Id="rId9" Type="http://schemas.openxmlformats.org/officeDocument/2006/relationships/image" Target="../media/image3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svg"/><Relationship Id="rId13" Type="http://schemas.openxmlformats.org/officeDocument/2006/relationships/image" Target="../media/image328.svg"/><Relationship Id="rId18" Type="http://schemas.openxmlformats.org/officeDocument/2006/relationships/image" Target="../media/image333.svg"/><Relationship Id="rId26" Type="http://schemas.openxmlformats.org/officeDocument/2006/relationships/image" Target="../media/image341.svg"/><Relationship Id="rId3" Type="http://schemas.openxmlformats.org/officeDocument/2006/relationships/image" Target="../media/image263.png"/><Relationship Id="rId21" Type="http://schemas.openxmlformats.org/officeDocument/2006/relationships/image" Target="../media/image336.svg"/><Relationship Id="rId7" Type="http://schemas.openxmlformats.org/officeDocument/2006/relationships/image" Target="../media/image322.png"/><Relationship Id="rId12" Type="http://schemas.openxmlformats.org/officeDocument/2006/relationships/image" Target="../media/image327.png"/><Relationship Id="rId17" Type="http://schemas.openxmlformats.org/officeDocument/2006/relationships/image" Target="../media/image332.svg"/><Relationship Id="rId25" Type="http://schemas.openxmlformats.org/officeDocument/2006/relationships/image" Target="../media/image340.png"/><Relationship Id="rId2" Type="http://schemas.openxmlformats.org/officeDocument/2006/relationships/image" Target="../media/image60.svg"/><Relationship Id="rId16" Type="http://schemas.openxmlformats.org/officeDocument/2006/relationships/image" Target="../media/image331.png"/><Relationship Id="rId20" Type="http://schemas.openxmlformats.org/officeDocument/2006/relationships/image" Target="../media/image335.svg"/><Relationship Id="rId29" Type="http://schemas.openxmlformats.org/officeDocument/2006/relationships/image" Target="../media/image3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.png"/><Relationship Id="rId11" Type="http://schemas.openxmlformats.org/officeDocument/2006/relationships/image" Target="../media/image326.png"/><Relationship Id="rId24" Type="http://schemas.openxmlformats.org/officeDocument/2006/relationships/image" Target="../media/image339.svg"/><Relationship Id="rId5" Type="http://schemas.openxmlformats.org/officeDocument/2006/relationships/image" Target="../media/image16.png"/><Relationship Id="rId15" Type="http://schemas.openxmlformats.org/officeDocument/2006/relationships/image" Target="../media/image330.svg"/><Relationship Id="rId23" Type="http://schemas.openxmlformats.org/officeDocument/2006/relationships/image" Target="../media/image338.svg"/><Relationship Id="rId28" Type="http://schemas.openxmlformats.org/officeDocument/2006/relationships/image" Target="../media/image35.svg"/><Relationship Id="rId10" Type="http://schemas.openxmlformats.org/officeDocument/2006/relationships/image" Target="../media/image325.svg"/><Relationship Id="rId19" Type="http://schemas.openxmlformats.org/officeDocument/2006/relationships/image" Target="../media/image334.png"/><Relationship Id="rId4" Type="http://schemas.openxmlformats.org/officeDocument/2006/relationships/image" Target="../media/image320.png"/><Relationship Id="rId9" Type="http://schemas.openxmlformats.org/officeDocument/2006/relationships/image" Target="../media/image324.png"/><Relationship Id="rId14" Type="http://schemas.openxmlformats.org/officeDocument/2006/relationships/image" Target="../media/image329.png"/><Relationship Id="rId22" Type="http://schemas.openxmlformats.org/officeDocument/2006/relationships/image" Target="../media/image337.png"/><Relationship Id="rId27" Type="http://schemas.openxmlformats.org/officeDocument/2006/relationships/image" Target="../media/image3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svg"/><Relationship Id="rId13" Type="http://schemas.openxmlformats.org/officeDocument/2006/relationships/image" Target="../media/image330.svg"/><Relationship Id="rId18" Type="http://schemas.openxmlformats.org/officeDocument/2006/relationships/image" Target="../media/image346.svg"/><Relationship Id="rId3" Type="http://schemas.openxmlformats.org/officeDocument/2006/relationships/image" Target="../media/image16.png"/><Relationship Id="rId21" Type="http://schemas.openxmlformats.org/officeDocument/2006/relationships/image" Target="../media/image35.svg"/><Relationship Id="rId7" Type="http://schemas.openxmlformats.org/officeDocument/2006/relationships/image" Target="../media/image324.png"/><Relationship Id="rId12" Type="http://schemas.openxmlformats.org/officeDocument/2006/relationships/image" Target="../media/image329.png"/><Relationship Id="rId17" Type="http://schemas.openxmlformats.org/officeDocument/2006/relationships/image" Target="../media/image320.png"/><Relationship Id="rId2" Type="http://schemas.openxmlformats.org/officeDocument/2006/relationships/image" Target="../media/image60.svg"/><Relationship Id="rId16" Type="http://schemas.openxmlformats.org/officeDocument/2006/relationships/image" Target="../media/image263.png"/><Relationship Id="rId20" Type="http://schemas.openxmlformats.org/officeDocument/2006/relationships/image" Target="../media/image34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svg"/><Relationship Id="rId11" Type="http://schemas.openxmlformats.org/officeDocument/2006/relationships/image" Target="../media/image328.svg"/><Relationship Id="rId5" Type="http://schemas.openxmlformats.org/officeDocument/2006/relationships/image" Target="../media/image322.png"/><Relationship Id="rId15" Type="http://schemas.openxmlformats.org/officeDocument/2006/relationships/image" Target="../media/image345.png"/><Relationship Id="rId10" Type="http://schemas.openxmlformats.org/officeDocument/2006/relationships/image" Target="../media/image327.png"/><Relationship Id="rId19" Type="http://schemas.openxmlformats.org/officeDocument/2006/relationships/image" Target="../media/image347.svg"/><Relationship Id="rId4" Type="http://schemas.openxmlformats.org/officeDocument/2006/relationships/image" Target="../media/image344.png"/><Relationship Id="rId9" Type="http://schemas.openxmlformats.org/officeDocument/2006/relationships/image" Target="../media/image326.png"/><Relationship Id="rId14" Type="http://schemas.openxmlformats.org/officeDocument/2006/relationships/image" Target="../media/image331.png"/><Relationship Id="rId22" Type="http://schemas.openxmlformats.org/officeDocument/2006/relationships/image" Target="../media/image34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7.png"/><Relationship Id="rId18" Type="http://schemas.openxmlformats.org/officeDocument/2006/relationships/image" Target="../media/image362.png"/><Relationship Id="rId26" Type="http://schemas.openxmlformats.org/officeDocument/2006/relationships/image" Target="../media/image370.svg"/><Relationship Id="rId39" Type="http://schemas.openxmlformats.org/officeDocument/2006/relationships/image" Target="../media/image383.png"/><Relationship Id="rId21" Type="http://schemas.openxmlformats.org/officeDocument/2006/relationships/image" Target="../media/image365.svg"/><Relationship Id="rId34" Type="http://schemas.openxmlformats.org/officeDocument/2006/relationships/image" Target="../media/image378.svg"/><Relationship Id="rId42" Type="http://schemas.openxmlformats.org/officeDocument/2006/relationships/image" Target="../media/image386.png"/><Relationship Id="rId47" Type="http://schemas.openxmlformats.org/officeDocument/2006/relationships/image" Target="../media/image391.svg"/><Relationship Id="rId50" Type="http://schemas.openxmlformats.org/officeDocument/2006/relationships/image" Target="../media/image394.svg"/><Relationship Id="rId55" Type="http://schemas.openxmlformats.org/officeDocument/2006/relationships/image" Target="../media/image399.png"/><Relationship Id="rId7" Type="http://schemas.openxmlformats.org/officeDocument/2006/relationships/image" Target="../media/image351.svg"/><Relationship Id="rId2" Type="http://schemas.openxmlformats.org/officeDocument/2006/relationships/image" Target="../media/image60.svg"/><Relationship Id="rId16" Type="http://schemas.openxmlformats.org/officeDocument/2006/relationships/image" Target="../media/image360.png"/><Relationship Id="rId29" Type="http://schemas.openxmlformats.org/officeDocument/2006/relationships/image" Target="../media/image373.png"/><Relationship Id="rId11" Type="http://schemas.openxmlformats.org/officeDocument/2006/relationships/image" Target="../media/image355.png"/><Relationship Id="rId24" Type="http://schemas.openxmlformats.org/officeDocument/2006/relationships/image" Target="../media/image368.png"/><Relationship Id="rId32" Type="http://schemas.openxmlformats.org/officeDocument/2006/relationships/image" Target="../media/image376.svg"/><Relationship Id="rId37" Type="http://schemas.openxmlformats.org/officeDocument/2006/relationships/image" Target="../media/image381.svg"/><Relationship Id="rId40" Type="http://schemas.openxmlformats.org/officeDocument/2006/relationships/image" Target="../media/image384.png"/><Relationship Id="rId45" Type="http://schemas.openxmlformats.org/officeDocument/2006/relationships/image" Target="../media/image389.png"/><Relationship Id="rId53" Type="http://schemas.openxmlformats.org/officeDocument/2006/relationships/image" Target="../media/image397.svg"/><Relationship Id="rId5" Type="http://schemas.openxmlformats.org/officeDocument/2006/relationships/image" Target="../media/image263.png"/><Relationship Id="rId19" Type="http://schemas.openxmlformats.org/officeDocument/2006/relationships/image" Target="../media/image363.svg"/><Relationship Id="rId4" Type="http://schemas.openxmlformats.org/officeDocument/2006/relationships/image" Target="../media/image350.png"/><Relationship Id="rId9" Type="http://schemas.openxmlformats.org/officeDocument/2006/relationships/image" Target="../media/image353.svg"/><Relationship Id="rId14" Type="http://schemas.openxmlformats.org/officeDocument/2006/relationships/image" Target="../media/image358.svg"/><Relationship Id="rId22" Type="http://schemas.openxmlformats.org/officeDocument/2006/relationships/image" Target="../media/image366.svg"/><Relationship Id="rId27" Type="http://schemas.openxmlformats.org/officeDocument/2006/relationships/image" Target="../media/image371.png"/><Relationship Id="rId30" Type="http://schemas.openxmlformats.org/officeDocument/2006/relationships/image" Target="../media/image374.png"/><Relationship Id="rId35" Type="http://schemas.openxmlformats.org/officeDocument/2006/relationships/image" Target="../media/image379.svg"/><Relationship Id="rId43" Type="http://schemas.openxmlformats.org/officeDocument/2006/relationships/image" Target="../media/image387.svg"/><Relationship Id="rId48" Type="http://schemas.openxmlformats.org/officeDocument/2006/relationships/image" Target="../media/image392.png"/><Relationship Id="rId56" Type="http://schemas.openxmlformats.org/officeDocument/2006/relationships/image" Target="../media/image35.svg"/><Relationship Id="rId8" Type="http://schemas.openxmlformats.org/officeDocument/2006/relationships/image" Target="../media/image352.svg"/><Relationship Id="rId51" Type="http://schemas.openxmlformats.org/officeDocument/2006/relationships/image" Target="../media/image395.png"/><Relationship Id="rId3" Type="http://schemas.openxmlformats.org/officeDocument/2006/relationships/image" Target="../media/image9.png"/><Relationship Id="rId12" Type="http://schemas.openxmlformats.org/officeDocument/2006/relationships/image" Target="../media/image356.png"/><Relationship Id="rId17" Type="http://schemas.openxmlformats.org/officeDocument/2006/relationships/image" Target="../media/image361.png"/><Relationship Id="rId25" Type="http://schemas.openxmlformats.org/officeDocument/2006/relationships/image" Target="../media/image369.svg"/><Relationship Id="rId33" Type="http://schemas.openxmlformats.org/officeDocument/2006/relationships/image" Target="../media/image377.png"/><Relationship Id="rId38" Type="http://schemas.openxmlformats.org/officeDocument/2006/relationships/image" Target="../media/image382.png"/><Relationship Id="rId46" Type="http://schemas.openxmlformats.org/officeDocument/2006/relationships/image" Target="../media/image390.png"/><Relationship Id="rId20" Type="http://schemas.openxmlformats.org/officeDocument/2006/relationships/image" Target="../media/image364.png"/><Relationship Id="rId41" Type="http://schemas.openxmlformats.org/officeDocument/2006/relationships/image" Target="../media/image385.png"/><Relationship Id="rId54" Type="http://schemas.openxmlformats.org/officeDocument/2006/relationships/image" Target="../media/image3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15" Type="http://schemas.openxmlformats.org/officeDocument/2006/relationships/image" Target="../media/image359.png"/><Relationship Id="rId23" Type="http://schemas.openxmlformats.org/officeDocument/2006/relationships/image" Target="../media/image367.png"/><Relationship Id="rId28" Type="http://schemas.openxmlformats.org/officeDocument/2006/relationships/image" Target="../media/image372.png"/><Relationship Id="rId36" Type="http://schemas.openxmlformats.org/officeDocument/2006/relationships/image" Target="../media/image380.png"/><Relationship Id="rId49" Type="http://schemas.openxmlformats.org/officeDocument/2006/relationships/image" Target="../media/image393.png"/><Relationship Id="rId57" Type="http://schemas.openxmlformats.org/officeDocument/2006/relationships/image" Target="../media/image400.png"/><Relationship Id="rId10" Type="http://schemas.openxmlformats.org/officeDocument/2006/relationships/image" Target="../media/image354.png"/><Relationship Id="rId31" Type="http://schemas.openxmlformats.org/officeDocument/2006/relationships/image" Target="../media/image375.svg"/><Relationship Id="rId44" Type="http://schemas.openxmlformats.org/officeDocument/2006/relationships/image" Target="../media/image388.svg"/><Relationship Id="rId52" Type="http://schemas.openxmlformats.org/officeDocument/2006/relationships/image" Target="../media/image39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image" Target="../media/image391.svg"/><Relationship Id="rId18" Type="http://schemas.openxmlformats.org/officeDocument/2006/relationships/image" Target="../media/image396.png"/><Relationship Id="rId3" Type="http://schemas.openxmlformats.org/officeDocument/2006/relationships/image" Target="../media/image16.png"/><Relationship Id="rId21" Type="http://schemas.openxmlformats.org/officeDocument/2006/relationships/image" Target="../media/image405.svg"/><Relationship Id="rId7" Type="http://schemas.openxmlformats.org/officeDocument/2006/relationships/image" Target="../media/image402.svg"/><Relationship Id="rId12" Type="http://schemas.openxmlformats.org/officeDocument/2006/relationships/image" Target="../media/image390.png"/><Relationship Id="rId17" Type="http://schemas.openxmlformats.org/officeDocument/2006/relationships/image" Target="../media/image395.png"/><Relationship Id="rId25" Type="http://schemas.openxmlformats.org/officeDocument/2006/relationships/image" Target="../media/image408.png"/><Relationship Id="rId2" Type="http://schemas.openxmlformats.org/officeDocument/2006/relationships/image" Target="../media/image60.svg"/><Relationship Id="rId16" Type="http://schemas.openxmlformats.org/officeDocument/2006/relationships/image" Target="../media/image394.svg"/><Relationship Id="rId20" Type="http://schemas.openxmlformats.org/officeDocument/2006/relationships/image" Target="../media/image4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1.png"/><Relationship Id="rId11" Type="http://schemas.openxmlformats.org/officeDocument/2006/relationships/image" Target="../media/image389.png"/><Relationship Id="rId24" Type="http://schemas.openxmlformats.org/officeDocument/2006/relationships/image" Target="../media/image35.svg"/><Relationship Id="rId5" Type="http://schemas.openxmlformats.org/officeDocument/2006/relationships/image" Target="../media/image320.png"/><Relationship Id="rId15" Type="http://schemas.openxmlformats.org/officeDocument/2006/relationships/image" Target="../media/image393.png"/><Relationship Id="rId23" Type="http://schemas.openxmlformats.org/officeDocument/2006/relationships/image" Target="../media/image407.png"/><Relationship Id="rId10" Type="http://schemas.openxmlformats.org/officeDocument/2006/relationships/image" Target="../media/image388.svg"/><Relationship Id="rId19" Type="http://schemas.openxmlformats.org/officeDocument/2006/relationships/image" Target="../media/image397.svg"/><Relationship Id="rId4" Type="http://schemas.openxmlformats.org/officeDocument/2006/relationships/image" Target="../media/image263.png"/><Relationship Id="rId9" Type="http://schemas.openxmlformats.org/officeDocument/2006/relationships/image" Target="../media/image403.svg"/><Relationship Id="rId14" Type="http://schemas.openxmlformats.org/officeDocument/2006/relationships/image" Target="../media/image392.png"/><Relationship Id="rId22" Type="http://schemas.openxmlformats.org/officeDocument/2006/relationships/image" Target="../media/image40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svg"/><Relationship Id="rId13" Type="http://schemas.openxmlformats.org/officeDocument/2006/relationships/image" Target="../media/image415.svg"/><Relationship Id="rId18" Type="http://schemas.openxmlformats.org/officeDocument/2006/relationships/image" Target="../media/image420.svg"/><Relationship Id="rId3" Type="http://schemas.openxmlformats.org/officeDocument/2006/relationships/image" Target="../media/image9.png"/><Relationship Id="rId7" Type="http://schemas.openxmlformats.org/officeDocument/2006/relationships/image" Target="../media/image410.png"/><Relationship Id="rId12" Type="http://schemas.openxmlformats.org/officeDocument/2006/relationships/image" Target="../media/image414.png"/><Relationship Id="rId17" Type="http://schemas.openxmlformats.org/officeDocument/2006/relationships/image" Target="../media/image419.svg"/><Relationship Id="rId2" Type="http://schemas.openxmlformats.org/officeDocument/2006/relationships/image" Target="../media/image60.svg"/><Relationship Id="rId16" Type="http://schemas.openxmlformats.org/officeDocument/2006/relationships/image" Target="../media/image4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11" Type="http://schemas.openxmlformats.org/officeDocument/2006/relationships/image" Target="../media/image413.png"/><Relationship Id="rId5" Type="http://schemas.openxmlformats.org/officeDocument/2006/relationships/image" Target="../media/image263.png"/><Relationship Id="rId15" Type="http://schemas.openxmlformats.org/officeDocument/2006/relationships/image" Target="../media/image417.svg"/><Relationship Id="rId10" Type="http://schemas.openxmlformats.org/officeDocument/2006/relationships/image" Target="../media/image35.svg"/><Relationship Id="rId4" Type="http://schemas.openxmlformats.org/officeDocument/2006/relationships/image" Target="../media/image409.png"/><Relationship Id="rId9" Type="http://schemas.openxmlformats.org/officeDocument/2006/relationships/image" Target="../media/image412.png"/><Relationship Id="rId14" Type="http://schemas.openxmlformats.org/officeDocument/2006/relationships/image" Target="../media/image41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png"/><Relationship Id="rId13" Type="http://schemas.openxmlformats.org/officeDocument/2006/relationships/image" Target="../media/image429.png"/><Relationship Id="rId18" Type="http://schemas.openxmlformats.org/officeDocument/2006/relationships/image" Target="../media/image433.png"/><Relationship Id="rId3" Type="http://schemas.openxmlformats.org/officeDocument/2006/relationships/image" Target="../media/image422.svg"/><Relationship Id="rId21" Type="http://schemas.openxmlformats.org/officeDocument/2006/relationships/image" Target="../media/image35.svg"/><Relationship Id="rId7" Type="http://schemas.openxmlformats.org/officeDocument/2006/relationships/image" Target="../media/image9.png"/><Relationship Id="rId12" Type="http://schemas.openxmlformats.org/officeDocument/2006/relationships/image" Target="../media/image428.png"/><Relationship Id="rId17" Type="http://schemas.openxmlformats.org/officeDocument/2006/relationships/image" Target="../media/image432.png"/><Relationship Id="rId2" Type="http://schemas.openxmlformats.org/officeDocument/2006/relationships/image" Target="../media/image421.svg"/><Relationship Id="rId16" Type="http://schemas.openxmlformats.org/officeDocument/2006/relationships/image" Target="../media/image431.svg"/><Relationship Id="rId20" Type="http://schemas.openxmlformats.org/officeDocument/2006/relationships/image" Target="../media/image4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4.png"/><Relationship Id="rId11" Type="http://schemas.openxmlformats.org/officeDocument/2006/relationships/image" Target="../media/image427.png"/><Relationship Id="rId5" Type="http://schemas.openxmlformats.org/officeDocument/2006/relationships/image" Target="../media/image60.svg"/><Relationship Id="rId15" Type="http://schemas.openxmlformats.org/officeDocument/2006/relationships/image" Target="../media/image357.png"/><Relationship Id="rId10" Type="http://schemas.openxmlformats.org/officeDocument/2006/relationships/image" Target="../media/image263.png"/><Relationship Id="rId19" Type="http://schemas.openxmlformats.org/officeDocument/2006/relationships/image" Target="../media/image434.png"/><Relationship Id="rId4" Type="http://schemas.openxmlformats.org/officeDocument/2006/relationships/image" Target="../media/image423.svg"/><Relationship Id="rId9" Type="http://schemas.openxmlformats.org/officeDocument/2006/relationships/image" Target="../media/image426.png"/><Relationship Id="rId14" Type="http://schemas.openxmlformats.org/officeDocument/2006/relationships/image" Target="../media/image430.png"/><Relationship Id="rId22" Type="http://schemas.openxmlformats.org/officeDocument/2006/relationships/image" Target="../media/image4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13" Type="http://schemas.openxmlformats.org/officeDocument/2006/relationships/image" Target="../media/image442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63.png"/><Relationship Id="rId12" Type="http://schemas.openxmlformats.org/officeDocument/2006/relationships/image" Target="../media/image441.svg"/><Relationship Id="rId17" Type="http://schemas.openxmlformats.org/officeDocument/2006/relationships/image" Target="../media/image445.png"/><Relationship Id="rId2" Type="http://schemas.openxmlformats.org/officeDocument/2006/relationships/video" Target="../media/media1.mp4"/><Relationship Id="rId16" Type="http://schemas.openxmlformats.org/officeDocument/2006/relationships/image" Target="../media/image444.png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11" Type="http://schemas.openxmlformats.org/officeDocument/2006/relationships/image" Target="../media/image440.png"/><Relationship Id="rId5" Type="http://schemas.openxmlformats.org/officeDocument/2006/relationships/image" Target="../media/image424.png"/><Relationship Id="rId15" Type="http://schemas.openxmlformats.org/officeDocument/2006/relationships/image" Target="../media/image35.svg"/><Relationship Id="rId10" Type="http://schemas.openxmlformats.org/officeDocument/2006/relationships/image" Target="../media/image439.png"/><Relationship Id="rId4" Type="http://schemas.openxmlformats.org/officeDocument/2006/relationships/image" Target="../media/image60.svg"/><Relationship Id="rId9" Type="http://schemas.openxmlformats.org/officeDocument/2006/relationships/image" Target="../media/image438.png"/><Relationship Id="rId14" Type="http://schemas.openxmlformats.org/officeDocument/2006/relationships/image" Target="../media/image44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13" Type="http://schemas.openxmlformats.org/officeDocument/2006/relationships/image" Target="../media/image454.svg"/><Relationship Id="rId18" Type="http://schemas.openxmlformats.org/officeDocument/2006/relationships/image" Target="../media/image457.png"/><Relationship Id="rId3" Type="http://schemas.openxmlformats.org/officeDocument/2006/relationships/image" Target="../media/image424.png"/><Relationship Id="rId7" Type="http://schemas.openxmlformats.org/officeDocument/2006/relationships/image" Target="../media/image448.png"/><Relationship Id="rId12" Type="http://schemas.openxmlformats.org/officeDocument/2006/relationships/image" Target="../media/image453.svg"/><Relationship Id="rId17" Type="http://schemas.openxmlformats.org/officeDocument/2006/relationships/image" Target="../media/image456.png"/><Relationship Id="rId2" Type="http://schemas.openxmlformats.org/officeDocument/2006/relationships/image" Target="../media/image60.svg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7.png"/><Relationship Id="rId11" Type="http://schemas.openxmlformats.org/officeDocument/2006/relationships/image" Target="../media/image452.png"/><Relationship Id="rId5" Type="http://schemas.openxmlformats.org/officeDocument/2006/relationships/image" Target="../media/image446.png"/><Relationship Id="rId15" Type="http://schemas.openxmlformats.org/officeDocument/2006/relationships/image" Target="../media/image263.png"/><Relationship Id="rId10" Type="http://schemas.openxmlformats.org/officeDocument/2006/relationships/image" Target="../media/image451.png"/><Relationship Id="rId4" Type="http://schemas.openxmlformats.org/officeDocument/2006/relationships/image" Target="../media/image16.png"/><Relationship Id="rId9" Type="http://schemas.openxmlformats.org/officeDocument/2006/relationships/image" Target="../media/image450.png"/><Relationship Id="rId14" Type="http://schemas.openxmlformats.org/officeDocument/2006/relationships/image" Target="../media/image45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svg"/><Relationship Id="rId13" Type="http://schemas.openxmlformats.org/officeDocument/2006/relationships/image" Target="../media/image466.png"/><Relationship Id="rId3" Type="http://schemas.openxmlformats.org/officeDocument/2006/relationships/image" Target="../media/image263.png"/><Relationship Id="rId7" Type="http://schemas.openxmlformats.org/officeDocument/2006/relationships/image" Target="../media/image460.svg"/><Relationship Id="rId12" Type="http://schemas.openxmlformats.org/officeDocument/2006/relationships/image" Target="../media/image465.png"/><Relationship Id="rId17" Type="http://schemas.openxmlformats.org/officeDocument/2006/relationships/image" Target="../media/image469.png"/><Relationship Id="rId2" Type="http://schemas.openxmlformats.org/officeDocument/2006/relationships/image" Target="../media/image60.svg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9.png"/><Relationship Id="rId11" Type="http://schemas.openxmlformats.org/officeDocument/2006/relationships/image" Target="../media/image464.svg"/><Relationship Id="rId5" Type="http://schemas.openxmlformats.org/officeDocument/2006/relationships/image" Target="../media/image16.png"/><Relationship Id="rId15" Type="http://schemas.openxmlformats.org/officeDocument/2006/relationships/image" Target="../media/image468.png"/><Relationship Id="rId10" Type="http://schemas.openxmlformats.org/officeDocument/2006/relationships/image" Target="../media/image463.png"/><Relationship Id="rId4" Type="http://schemas.openxmlformats.org/officeDocument/2006/relationships/image" Target="../media/image458.png"/><Relationship Id="rId9" Type="http://schemas.openxmlformats.org/officeDocument/2006/relationships/image" Target="../media/image462.png"/><Relationship Id="rId14" Type="http://schemas.openxmlformats.org/officeDocument/2006/relationships/image" Target="../media/image467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7.svg"/><Relationship Id="rId18" Type="http://schemas.openxmlformats.org/officeDocument/2006/relationships/image" Target="../media/image482.png"/><Relationship Id="rId26" Type="http://schemas.openxmlformats.org/officeDocument/2006/relationships/image" Target="../media/image490.png"/><Relationship Id="rId39" Type="http://schemas.openxmlformats.org/officeDocument/2006/relationships/image" Target="../media/image503.png"/><Relationship Id="rId21" Type="http://schemas.openxmlformats.org/officeDocument/2006/relationships/image" Target="../media/image485.png"/><Relationship Id="rId34" Type="http://schemas.openxmlformats.org/officeDocument/2006/relationships/image" Target="../media/image498.svg"/><Relationship Id="rId7" Type="http://schemas.openxmlformats.org/officeDocument/2006/relationships/image" Target="../media/image263.png"/><Relationship Id="rId12" Type="http://schemas.openxmlformats.org/officeDocument/2006/relationships/image" Target="../media/image476.svg"/><Relationship Id="rId17" Type="http://schemas.openxmlformats.org/officeDocument/2006/relationships/image" Target="../media/image481.png"/><Relationship Id="rId25" Type="http://schemas.openxmlformats.org/officeDocument/2006/relationships/image" Target="../media/image489.png"/><Relationship Id="rId33" Type="http://schemas.openxmlformats.org/officeDocument/2006/relationships/image" Target="../media/image497.svg"/><Relationship Id="rId38" Type="http://schemas.openxmlformats.org/officeDocument/2006/relationships/image" Target="../media/image502.png"/><Relationship Id="rId2" Type="http://schemas.openxmlformats.org/officeDocument/2006/relationships/image" Target="../media/image470.svg"/><Relationship Id="rId16" Type="http://schemas.openxmlformats.org/officeDocument/2006/relationships/image" Target="../media/image480.png"/><Relationship Id="rId20" Type="http://schemas.openxmlformats.org/officeDocument/2006/relationships/image" Target="../media/image484.png"/><Relationship Id="rId29" Type="http://schemas.openxmlformats.org/officeDocument/2006/relationships/image" Target="../media/image4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11" Type="http://schemas.openxmlformats.org/officeDocument/2006/relationships/image" Target="../media/image475.svg"/><Relationship Id="rId24" Type="http://schemas.openxmlformats.org/officeDocument/2006/relationships/image" Target="../media/image488.png"/><Relationship Id="rId32" Type="http://schemas.openxmlformats.org/officeDocument/2006/relationships/image" Target="../media/image496.svg"/><Relationship Id="rId37" Type="http://schemas.openxmlformats.org/officeDocument/2006/relationships/image" Target="../media/image501.png"/><Relationship Id="rId40" Type="http://schemas.openxmlformats.org/officeDocument/2006/relationships/image" Target="../media/image504.png"/><Relationship Id="rId5" Type="http://schemas.openxmlformats.org/officeDocument/2006/relationships/image" Target="../media/image472.png"/><Relationship Id="rId15" Type="http://schemas.openxmlformats.org/officeDocument/2006/relationships/image" Target="../media/image479.png"/><Relationship Id="rId23" Type="http://schemas.openxmlformats.org/officeDocument/2006/relationships/image" Target="../media/image487.png"/><Relationship Id="rId28" Type="http://schemas.openxmlformats.org/officeDocument/2006/relationships/image" Target="../media/image492.png"/><Relationship Id="rId36" Type="http://schemas.openxmlformats.org/officeDocument/2006/relationships/image" Target="../media/image500.svg"/><Relationship Id="rId10" Type="http://schemas.openxmlformats.org/officeDocument/2006/relationships/image" Target="../media/image474.svg"/><Relationship Id="rId19" Type="http://schemas.openxmlformats.org/officeDocument/2006/relationships/image" Target="../media/image483.png"/><Relationship Id="rId31" Type="http://schemas.openxmlformats.org/officeDocument/2006/relationships/image" Target="../media/image495.png"/><Relationship Id="rId4" Type="http://schemas.openxmlformats.org/officeDocument/2006/relationships/image" Target="../media/image471.png"/><Relationship Id="rId9" Type="http://schemas.openxmlformats.org/officeDocument/2006/relationships/image" Target="../media/image473.svg"/><Relationship Id="rId14" Type="http://schemas.openxmlformats.org/officeDocument/2006/relationships/image" Target="../media/image478.png"/><Relationship Id="rId22" Type="http://schemas.openxmlformats.org/officeDocument/2006/relationships/image" Target="../media/image486.png"/><Relationship Id="rId27" Type="http://schemas.openxmlformats.org/officeDocument/2006/relationships/image" Target="../media/image491.png"/><Relationship Id="rId30" Type="http://schemas.openxmlformats.org/officeDocument/2006/relationships/image" Target="../media/image494.png"/><Relationship Id="rId35" Type="http://schemas.openxmlformats.org/officeDocument/2006/relationships/image" Target="../media/image499.png"/><Relationship Id="rId8" Type="http://schemas.openxmlformats.org/officeDocument/2006/relationships/image" Target="../media/image16.png"/><Relationship Id="rId3" Type="http://schemas.openxmlformats.org/officeDocument/2006/relationships/image" Target="../media/image3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png"/><Relationship Id="rId3" Type="http://schemas.openxmlformats.org/officeDocument/2006/relationships/image" Target="../media/image263.png"/><Relationship Id="rId7" Type="http://schemas.openxmlformats.org/officeDocument/2006/relationships/image" Target="../media/image35.sv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6.png"/><Relationship Id="rId11" Type="http://schemas.openxmlformats.org/officeDocument/2006/relationships/image" Target="../media/image510.svg"/><Relationship Id="rId5" Type="http://schemas.openxmlformats.org/officeDocument/2006/relationships/image" Target="../media/image16.png"/><Relationship Id="rId10" Type="http://schemas.openxmlformats.org/officeDocument/2006/relationships/image" Target="../media/image509.svg"/><Relationship Id="rId4" Type="http://schemas.openxmlformats.org/officeDocument/2006/relationships/image" Target="../media/image505.png"/><Relationship Id="rId9" Type="http://schemas.openxmlformats.org/officeDocument/2006/relationships/image" Target="../media/image50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3.png"/><Relationship Id="rId13" Type="http://schemas.openxmlformats.org/officeDocument/2006/relationships/image" Target="../media/image518.png"/><Relationship Id="rId3" Type="http://schemas.openxmlformats.org/officeDocument/2006/relationships/image" Target="../media/image263.png"/><Relationship Id="rId7" Type="http://schemas.openxmlformats.org/officeDocument/2006/relationships/image" Target="../media/image512.png"/><Relationship Id="rId12" Type="http://schemas.openxmlformats.org/officeDocument/2006/relationships/image" Target="../media/image517.pn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516.svg"/><Relationship Id="rId5" Type="http://schemas.openxmlformats.org/officeDocument/2006/relationships/image" Target="../media/image16.png"/><Relationship Id="rId15" Type="http://schemas.openxmlformats.org/officeDocument/2006/relationships/image" Target="../media/image520.svg"/><Relationship Id="rId10" Type="http://schemas.openxmlformats.org/officeDocument/2006/relationships/image" Target="../media/image515.png"/><Relationship Id="rId4" Type="http://schemas.openxmlformats.org/officeDocument/2006/relationships/image" Target="../media/image511.png"/><Relationship Id="rId9" Type="http://schemas.openxmlformats.org/officeDocument/2006/relationships/image" Target="../media/image514.png"/><Relationship Id="rId14" Type="http://schemas.openxmlformats.org/officeDocument/2006/relationships/image" Target="../media/image5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png"/><Relationship Id="rId3" Type="http://schemas.openxmlformats.org/officeDocument/2006/relationships/image" Target="../media/image522.png"/><Relationship Id="rId7" Type="http://schemas.openxmlformats.org/officeDocument/2006/relationships/image" Target="../media/image525.png"/><Relationship Id="rId12" Type="http://schemas.openxmlformats.org/officeDocument/2006/relationships/image" Target="../media/image528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35.svg"/><Relationship Id="rId5" Type="http://schemas.openxmlformats.org/officeDocument/2006/relationships/image" Target="../media/image524.png"/><Relationship Id="rId10" Type="http://schemas.openxmlformats.org/officeDocument/2006/relationships/image" Target="../media/image527.svg"/><Relationship Id="rId4" Type="http://schemas.openxmlformats.org/officeDocument/2006/relationships/image" Target="../media/image523.png"/><Relationship Id="rId9" Type="http://schemas.openxmlformats.org/officeDocument/2006/relationships/image" Target="../media/image4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3.png"/><Relationship Id="rId13" Type="http://schemas.openxmlformats.org/officeDocument/2006/relationships/image" Target="../media/image537.png"/><Relationship Id="rId18" Type="http://schemas.openxmlformats.org/officeDocument/2006/relationships/image" Target="../media/image542.png"/><Relationship Id="rId3" Type="http://schemas.openxmlformats.org/officeDocument/2006/relationships/image" Target="../media/image530.svg"/><Relationship Id="rId21" Type="http://schemas.openxmlformats.org/officeDocument/2006/relationships/image" Target="../media/image545.png"/><Relationship Id="rId7" Type="http://schemas.openxmlformats.org/officeDocument/2006/relationships/image" Target="../media/image16.png"/><Relationship Id="rId12" Type="http://schemas.openxmlformats.org/officeDocument/2006/relationships/image" Target="../media/image536.svg"/><Relationship Id="rId17" Type="http://schemas.openxmlformats.org/officeDocument/2006/relationships/image" Target="../media/image541.png"/><Relationship Id="rId2" Type="http://schemas.openxmlformats.org/officeDocument/2006/relationships/image" Target="../media/image529.svg"/><Relationship Id="rId16" Type="http://schemas.openxmlformats.org/officeDocument/2006/relationships/image" Target="../media/image540.png"/><Relationship Id="rId20" Type="http://schemas.openxmlformats.org/officeDocument/2006/relationships/image" Target="../media/image5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2.png"/><Relationship Id="rId11" Type="http://schemas.openxmlformats.org/officeDocument/2006/relationships/image" Target="../media/image535.png"/><Relationship Id="rId5" Type="http://schemas.openxmlformats.org/officeDocument/2006/relationships/image" Target="../media/image531.png"/><Relationship Id="rId15" Type="http://schemas.openxmlformats.org/officeDocument/2006/relationships/image" Target="../media/image539.svg"/><Relationship Id="rId10" Type="http://schemas.openxmlformats.org/officeDocument/2006/relationships/image" Target="../media/image35.svg"/><Relationship Id="rId19" Type="http://schemas.openxmlformats.org/officeDocument/2006/relationships/image" Target="../media/image543.png"/><Relationship Id="rId4" Type="http://schemas.openxmlformats.org/officeDocument/2006/relationships/image" Target="../media/image60.svg"/><Relationship Id="rId9" Type="http://schemas.openxmlformats.org/officeDocument/2006/relationships/image" Target="../media/image534.png"/><Relationship Id="rId14" Type="http://schemas.openxmlformats.org/officeDocument/2006/relationships/image" Target="../media/image538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3.png"/><Relationship Id="rId18" Type="http://schemas.openxmlformats.org/officeDocument/2006/relationships/image" Target="../media/image558.svg"/><Relationship Id="rId26" Type="http://schemas.openxmlformats.org/officeDocument/2006/relationships/image" Target="../media/image566.svg"/><Relationship Id="rId39" Type="http://schemas.openxmlformats.org/officeDocument/2006/relationships/image" Target="../media/image579.svg"/><Relationship Id="rId21" Type="http://schemas.openxmlformats.org/officeDocument/2006/relationships/image" Target="../media/image561.png"/><Relationship Id="rId34" Type="http://schemas.openxmlformats.org/officeDocument/2006/relationships/image" Target="../media/image574.png"/><Relationship Id="rId42" Type="http://schemas.openxmlformats.org/officeDocument/2006/relationships/image" Target="../media/image582.png"/><Relationship Id="rId47" Type="http://schemas.openxmlformats.org/officeDocument/2006/relationships/image" Target="../media/image587.png"/><Relationship Id="rId50" Type="http://schemas.openxmlformats.org/officeDocument/2006/relationships/image" Target="../media/image590.png"/><Relationship Id="rId7" Type="http://schemas.openxmlformats.org/officeDocument/2006/relationships/image" Target="../media/image547.png"/><Relationship Id="rId2" Type="http://schemas.openxmlformats.org/officeDocument/2006/relationships/image" Target="../media/image60.svg"/><Relationship Id="rId16" Type="http://schemas.openxmlformats.org/officeDocument/2006/relationships/image" Target="../media/image556.png"/><Relationship Id="rId29" Type="http://schemas.openxmlformats.org/officeDocument/2006/relationships/image" Target="../media/image569.svg"/><Relationship Id="rId11" Type="http://schemas.openxmlformats.org/officeDocument/2006/relationships/image" Target="../media/image551.svg"/><Relationship Id="rId24" Type="http://schemas.openxmlformats.org/officeDocument/2006/relationships/image" Target="../media/image564.png"/><Relationship Id="rId32" Type="http://schemas.openxmlformats.org/officeDocument/2006/relationships/image" Target="../media/image572.png"/><Relationship Id="rId37" Type="http://schemas.openxmlformats.org/officeDocument/2006/relationships/image" Target="../media/image577.png"/><Relationship Id="rId40" Type="http://schemas.openxmlformats.org/officeDocument/2006/relationships/image" Target="../media/image580.png"/><Relationship Id="rId45" Type="http://schemas.openxmlformats.org/officeDocument/2006/relationships/image" Target="../media/image585.png"/><Relationship Id="rId53" Type="http://schemas.openxmlformats.org/officeDocument/2006/relationships/image" Target="../media/image593.svg"/><Relationship Id="rId5" Type="http://schemas.openxmlformats.org/officeDocument/2006/relationships/image" Target="../media/image16.png"/><Relationship Id="rId10" Type="http://schemas.openxmlformats.org/officeDocument/2006/relationships/image" Target="../media/image550.svg"/><Relationship Id="rId19" Type="http://schemas.openxmlformats.org/officeDocument/2006/relationships/image" Target="../media/image559.svg"/><Relationship Id="rId31" Type="http://schemas.openxmlformats.org/officeDocument/2006/relationships/image" Target="../media/image571.png"/><Relationship Id="rId44" Type="http://schemas.openxmlformats.org/officeDocument/2006/relationships/image" Target="../media/image584.png"/><Relationship Id="rId52" Type="http://schemas.openxmlformats.org/officeDocument/2006/relationships/image" Target="../media/image592.png"/><Relationship Id="rId4" Type="http://schemas.openxmlformats.org/officeDocument/2006/relationships/image" Target="../media/image546.png"/><Relationship Id="rId9" Type="http://schemas.openxmlformats.org/officeDocument/2006/relationships/image" Target="../media/image549.svg"/><Relationship Id="rId14" Type="http://schemas.openxmlformats.org/officeDocument/2006/relationships/image" Target="../media/image554.png"/><Relationship Id="rId22" Type="http://schemas.openxmlformats.org/officeDocument/2006/relationships/image" Target="../media/image562.png"/><Relationship Id="rId27" Type="http://schemas.openxmlformats.org/officeDocument/2006/relationships/image" Target="../media/image567.png"/><Relationship Id="rId30" Type="http://schemas.openxmlformats.org/officeDocument/2006/relationships/image" Target="../media/image570.png"/><Relationship Id="rId35" Type="http://schemas.openxmlformats.org/officeDocument/2006/relationships/image" Target="../media/image575.png"/><Relationship Id="rId43" Type="http://schemas.openxmlformats.org/officeDocument/2006/relationships/image" Target="../media/image583.svg"/><Relationship Id="rId48" Type="http://schemas.openxmlformats.org/officeDocument/2006/relationships/image" Target="../media/image588.png"/><Relationship Id="rId8" Type="http://schemas.openxmlformats.org/officeDocument/2006/relationships/image" Target="../media/image548.png"/><Relationship Id="rId51" Type="http://schemas.openxmlformats.org/officeDocument/2006/relationships/image" Target="../media/image591.png"/><Relationship Id="rId3" Type="http://schemas.openxmlformats.org/officeDocument/2006/relationships/image" Target="../media/image531.png"/><Relationship Id="rId12" Type="http://schemas.openxmlformats.org/officeDocument/2006/relationships/image" Target="../media/image552.png"/><Relationship Id="rId17" Type="http://schemas.openxmlformats.org/officeDocument/2006/relationships/image" Target="../media/image557.svg"/><Relationship Id="rId25" Type="http://schemas.openxmlformats.org/officeDocument/2006/relationships/image" Target="../media/image565.png"/><Relationship Id="rId33" Type="http://schemas.openxmlformats.org/officeDocument/2006/relationships/image" Target="../media/image573.svg"/><Relationship Id="rId38" Type="http://schemas.openxmlformats.org/officeDocument/2006/relationships/image" Target="../media/image578.svg"/><Relationship Id="rId46" Type="http://schemas.openxmlformats.org/officeDocument/2006/relationships/image" Target="../media/image586.png"/><Relationship Id="rId20" Type="http://schemas.openxmlformats.org/officeDocument/2006/relationships/image" Target="../media/image560.svg"/><Relationship Id="rId41" Type="http://schemas.openxmlformats.org/officeDocument/2006/relationships/image" Target="../media/image581.png"/><Relationship Id="rId54" Type="http://schemas.openxmlformats.org/officeDocument/2006/relationships/image" Target="../media/image5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5" Type="http://schemas.openxmlformats.org/officeDocument/2006/relationships/image" Target="../media/image555.png"/><Relationship Id="rId23" Type="http://schemas.openxmlformats.org/officeDocument/2006/relationships/image" Target="../media/image563.svg"/><Relationship Id="rId28" Type="http://schemas.openxmlformats.org/officeDocument/2006/relationships/image" Target="../media/image568.png"/><Relationship Id="rId36" Type="http://schemas.openxmlformats.org/officeDocument/2006/relationships/image" Target="../media/image576.png"/><Relationship Id="rId49" Type="http://schemas.openxmlformats.org/officeDocument/2006/relationships/image" Target="../media/image58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9.png"/><Relationship Id="rId13" Type="http://schemas.openxmlformats.org/officeDocument/2006/relationships/image" Target="../media/image601.png"/><Relationship Id="rId3" Type="http://schemas.openxmlformats.org/officeDocument/2006/relationships/image" Target="../media/image595.png"/><Relationship Id="rId7" Type="http://schemas.openxmlformats.org/officeDocument/2006/relationships/image" Target="../media/image598.png"/><Relationship Id="rId12" Type="http://schemas.openxmlformats.org/officeDocument/2006/relationships/image" Target="../media/image600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35.svg"/><Relationship Id="rId5" Type="http://schemas.openxmlformats.org/officeDocument/2006/relationships/image" Target="../media/image597.png"/><Relationship Id="rId10" Type="http://schemas.openxmlformats.org/officeDocument/2006/relationships/image" Target="../media/image45.svg"/><Relationship Id="rId4" Type="http://schemas.openxmlformats.org/officeDocument/2006/relationships/image" Target="../media/image596.png"/><Relationship Id="rId9" Type="http://schemas.openxmlformats.org/officeDocument/2006/relationships/image" Target="../media/image44.svg"/><Relationship Id="rId14" Type="http://schemas.openxmlformats.org/officeDocument/2006/relationships/image" Target="../media/image60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612.png"/><Relationship Id="rId18" Type="http://schemas.openxmlformats.org/officeDocument/2006/relationships/image" Target="../media/image616.png"/><Relationship Id="rId3" Type="http://schemas.openxmlformats.org/officeDocument/2006/relationships/image" Target="../media/image603.png"/><Relationship Id="rId7" Type="http://schemas.openxmlformats.org/officeDocument/2006/relationships/image" Target="../media/image606.png"/><Relationship Id="rId12" Type="http://schemas.openxmlformats.org/officeDocument/2006/relationships/image" Target="../media/image611.png"/><Relationship Id="rId17" Type="http://schemas.openxmlformats.org/officeDocument/2006/relationships/image" Target="../media/image615.svg"/><Relationship Id="rId2" Type="http://schemas.openxmlformats.org/officeDocument/2006/relationships/image" Target="../media/image60.svg"/><Relationship Id="rId16" Type="http://schemas.openxmlformats.org/officeDocument/2006/relationships/image" Target="../media/image44.svg"/><Relationship Id="rId20" Type="http://schemas.openxmlformats.org/officeDocument/2006/relationships/image" Target="../media/image6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5.svg"/><Relationship Id="rId11" Type="http://schemas.openxmlformats.org/officeDocument/2006/relationships/image" Target="../media/image610.png"/><Relationship Id="rId5" Type="http://schemas.openxmlformats.org/officeDocument/2006/relationships/image" Target="../media/image16.png"/><Relationship Id="rId15" Type="http://schemas.openxmlformats.org/officeDocument/2006/relationships/image" Target="../media/image614.png"/><Relationship Id="rId10" Type="http://schemas.openxmlformats.org/officeDocument/2006/relationships/image" Target="../media/image609.png"/><Relationship Id="rId19" Type="http://schemas.openxmlformats.org/officeDocument/2006/relationships/image" Target="../media/image617.svg"/><Relationship Id="rId4" Type="http://schemas.openxmlformats.org/officeDocument/2006/relationships/image" Target="../media/image604.png"/><Relationship Id="rId9" Type="http://schemas.openxmlformats.org/officeDocument/2006/relationships/image" Target="../media/image608.png"/><Relationship Id="rId14" Type="http://schemas.openxmlformats.org/officeDocument/2006/relationships/image" Target="../media/image61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7.png"/><Relationship Id="rId18" Type="http://schemas.openxmlformats.org/officeDocument/2006/relationships/image" Target="../media/image632.png"/><Relationship Id="rId26" Type="http://schemas.openxmlformats.org/officeDocument/2006/relationships/image" Target="../media/image640.png"/><Relationship Id="rId39" Type="http://schemas.openxmlformats.org/officeDocument/2006/relationships/image" Target="../media/image651.png"/><Relationship Id="rId21" Type="http://schemas.openxmlformats.org/officeDocument/2006/relationships/image" Target="../media/image635.png"/><Relationship Id="rId34" Type="http://schemas.openxmlformats.org/officeDocument/2006/relationships/image" Target="../media/image648.png"/><Relationship Id="rId7" Type="http://schemas.openxmlformats.org/officeDocument/2006/relationships/image" Target="../media/image621.svg"/><Relationship Id="rId12" Type="http://schemas.openxmlformats.org/officeDocument/2006/relationships/image" Target="../media/image626.svg"/><Relationship Id="rId17" Type="http://schemas.openxmlformats.org/officeDocument/2006/relationships/image" Target="../media/image631.png"/><Relationship Id="rId25" Type="http://schemas.openxmlformats.org/officeDocument/2006/relationships/image" Target="../media/image639.png"/><Relationship Id="rId33" Type="http://schemas.openxmlformats.org/officeDocument/2006/relationships/image" Target="../media/image647.png"/><Relationship Id="rId38" Type="http://schemas.openxmlformats.org/officeDocument/2006/relationships/image" Target="../media/image605.svg"/><Relationship Id="rId2" Type="http://schemas.openxmlformats.org/officeDocument/2006/relationships/image" Target="../media/image60.svg"/><Relationship Id="rId16" Type="http://schemas.openxmlformats.org/officeDocument/2006/relationships/image" Target="../media/image630.png"/><Relationship Id="rId20" Type="http://schemas.openxmlformats.org/officeDocument/2006/relationships/image" Target="../media/image634.png"/><Relationship Id="rId29" Type="http://schemas.openxmlformats.org/officeDocument/2006/relationships/image" Target="../media/image6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11" Type="http://schemas.openxmlformats.org/officeDocument/2006/relationships/image" Target="../media/image625.png"/><Relationship Id="rId24" Type="http://schemas.openxmlformats.org/officeDocument/2006/relationships/image" Target="../media/image638.png"/><Relationship Id="rId32" Type="http://schemas.openxmlformats.org/officeDocument/2006/relationships/image" Target="../media/image646.png"/><Relationship Id="rId37" Type="http://schemas.openxmlformats.org/officeDocument/2006/relationships/image" Target="../media/image121.png"/><Relationship Id="rId5" Type="http://schemas.openxmlformats.org/officeDocument/2006/relationships/image" Target="../media/image16.png"/><Relationship Id="rId15" Type="http://schemas.openxmlformats.org/officeDocument/2006/relationships/image" Target="../media/image629.svg"/><Relationship Id="rId23" Type="http://schemas.openxmlformats.org/officeDocument/2006/relationships/image" Target="../media/image637.png"/><Relationship Id="rId28" Type="http://schemas.openxmlformats.org/officeDocument/2006/relationships/image" Target="../media/image642.png"/><Relationship Id="rId36" Type="http://schemas.openxmlformats.org/officeDocument/2006/relationships/image" Target="../media/image650.png"/><Relationship Id="rId10" Type="http://schemas.openxmlformats.org/officeDocument/2006/relationships/image" Target="../media/image624.png"/><Relationship Id="rId19" Type="http://schemas.openxmlformats.org/officeDocument/2006/relationships/image" Target="../media/image633.png"/><Relationship Id="rId31" Type="http://schemas.openxmlformats.org/officeDocument/2006/relationships/image" Target="../media/image645.png"/><Relationship Id="rId4" Type="http://schemas.openxmlformats.org/officeDocument/2006/relationships/image" Target="../media/image619.png"/><Relationship Id="rId9" Type="http://schemas.openxmlformats.org/officeDocument/2006/relationships/image" Target="../media/image623.png"/><Relationship Id="rId14" Type="http://schemas.openxmlformats.org/officeDocument/2006/relationships/image" Target="../media/image628.png"/><Relationship Id="rId22" Type="http://schemas.openxmlformats.org/officeDocument/2006/relationships/image" Target="../media/image636.png"/><Relationship Id="rId27" Type="http://schemas.openxmlformats.org/officeDocument/2006/relationships/image" Target="../media/image641.png"/><Relationship Id="rId30" Type="http://schemas.openxmlformats.org/officeDocument/2006/relationships/image" Target="../media/image644.png"/><Relationship Id="rId35" Type="http://schemas.openxmlformats.org/officeDocument/2006/relationships/image" Target="../media/image649.png"/><Relationship Id="rId8" Type="http://schemas.openxmlformats.org/officeDocument/2006/relationships/image" Target="../media/image622.png"/><Relationship Id="rId3" Type="http://schemas.openxmlformats.org/officeDocument/2006/relationships/image" Target="../media/image60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60.png"/><Relationship Id="rId18" Type="http://schemas.openxmlformats.org/officeDocument/2006/relationships/image" Target="../media/image665.png"/><Relationship Id="rId3" Type="http://schemas.openxmlformats.org/officeDocument/2006/relationships/image" Target="../media/image653.svg"/><Relationship Id="rId7" Type="http://schemas.openxmlformats.org/officeDocument/2006/relationships/image" Target="../media/image655.png"/><Relationship Id="rId12" Type="http://schemas.openxmlformats.org/officeDocument/2006/relationships/image" Target="../media/image659.png"/><Relationship Id="rId17" Type="http://schemas.openxmlformats.org/officeDocument/2006/relationships/image" Target="../media/image664.png"/><Relationship Id="rId2" Type="http://schemas.openxmlformats.org/officeDocument/2006/relationships/image" Target="../media/image652.svg"/><Relationship Id="rId16" Type="http://schemas.openxmlformats.org/officeDocument/2006/relationships/image" Target="../media/image663.png"/><Relationship Id="rId20" Type="http://schemas.openxmlformats.org/officeDocument/2006/relationships/image" Target="../media/image6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3.png"/><Relationship Id="rId11" Type="http://schemas.openxmlformats.org/officeDocument/2006/relationships/image" Target="../media/image658.png"/><Relationship Id="rId5" Type="http://schemas.openxmlformats.org/officeDocument/2006/relationships/image" Target="../media/image60.svg"/><Relationship Id="rId15" Type="http://schemas.openxmlformats.org/officeDocument/2006/relationships/image" Target="../media/image662.png"/><Relationship Id="rId10" Type="http://schemas.openxmlformats.org/officeDocument/2006/relationships/image" Target="../media/image657.png"/><Relationship Id="rId19" Type="http://schemas.openxmlformats.org/officeDocument/2006/relationships/image" Target="../media/image35.svg"/><Relationship Id="rId4" Type="http://schemas.openxmlformats.org/officeDocument/2006/relationships/image" Target="../media/image654.svg"/><Relationship Id="rId9" Type="http://schemas.openxmlformats.org/officeDocument/2006/relationships/image" Target="../media/image656.png"/><Relationship Id="rId14" Type="http://schemas.openxmlformats.org/officeDocument/2006/relationships/image" Target="../media/image6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2.png"/><Relationship Id="rId13" Type="http://schemas.openxmlformats.org/officeDocument/2006/relationships/image" Target="../media/image673.png"/><Relationship Id="rId18" Type="http://schemas.openxmlformats.org/officeDocument/2006/relationships/image" Target="../media/image678.png"/><Relationship Id="rId26" Type="http://schemas.openxmlformats.org/officeDocument/2006/relationships/image" Target="../media/image686.svg"/><Relationship Id="rId3" Type="http://schemas.openxmlformats.org/officeDocument/2006/relationships/image" Target="../media/image603.png"/><Relationship Id="rId21" Type="http://schemas.openxmlformats.org/officeDocument/2006/relationships/image" Target="../media/image681.png"/><Relationship Id="rId7" Type="http://schemas.openxmlformats.org/officeDocument/2006/relationships/image" Target="../media/image669.png"/><Relationship Id="rId12" Type="http://schemas.openxmlformats.org/officeDocument/2006/relationships/image" Target="../media/image672.png"/><Relationship Id="rId17" Type="http://schemas.openxmlformats.org/officeDocument/2006/relationships/image" Target="../media/image677.svg"/><Relationship Id="rId25" Type="http://schemas.openxmlformats.org/officeDocument/2006/relationships/image" Target="../media/image685.png"/><Relationship Id="rId2" Type="http://schemas.openxmlformats.org/officeDocument/2006/relationships/image" Target="../media/image60.svg"/><Relationship Id="rId16" Type="http://schemas.openxmlformats.org/officeDocument/2006/relationships/image" Target="../media/image676.sv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8.svg"/><Relationship Id="rId11" Type="http://schemas.openxmlformats.org/officeDocument/2006/relationships/image" Target="../media/image671.svg"/><Relationship Id="rId24" Type="http://schemas.openxmlformats.org/officeDocument/2006/relationships/image" Target="../media/image684.svg"/><Relationship Id="rId5" Type="http://schemas.openxmlformats.org/officeDocument/2006/relationships/image" Target="../media/image16.png"/><Relationship Id="rId15" Type="http://schemas.openxmlformats.org/officeDocument/2006/relationships/image" Target="../media/image675.png"/><Relationship Id="rId23" Type="http://schemas.openxmlformats.org/officeDocument/2006/relationships/image" Target="../media/image683.png"/><Relationship Id="rId10" Type="http://schemas.openxmlformats.org/officeDocument/2006/relationships/image" Target="../media/image670.png"/><Relationship Id="rId19" Type="http://schemas.openxmlformats.org/officeDocument/2006/relationships/image" Target="../media/image679.png"/><Relationship Id="rId4" Type="http://schemas.openxmlformats.org/officeDocument/2006/relationships/image" Target="../media/image667.png"/><Relationship Id="rId9" Type="http://schemas.openxmlformats.org/officeDocument/2006/relationships/image" Target="../media/image35.svg"/><Relationship Id="rId14" Type="http://schemas.openxmlformats.org/officeDocument/2006/relationships/image" Target="../media/image674.png"/><Relationship Id="rId22" Type="http://schemas.openxmlformats.org/officeDocument/2006/relationships/image" Target="../media/image68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13" Type="http://schemas.openxmlformats.org/officeDocument/2006/relationships/image" Target="../media/image80.png"/><Relationship Id="rId18" Type="http://schemas.openxmlformats.org/officeDocument/2006/relationships/image" Target="../media/image95.png"/><Relationship Id="rId26" Type="http://schemas.openxmlformats.org/officeDocument/2006/relationships/image" Target="../media/image699.png"/><Relationship Id="rId3" Type="http://schemas.openxmlformats.org/officeDocument/2006/relationships/image" Target="../media/image5.svg"/><Relationship Id="rId21" Type="http://schemas.openxmlformats.org/officeDocument/2006/relationships/image" Target="../media/image99.png"/><Relationship Id="rId7" Type="http://schemas.openxmlformats.org/officeDocument/2006/relationships/image" Target="../media/image689.png"/><Relationship Id="rId12" Type="http://schemas.openxmlformats.org/officeDocument/2006/relationships/image" Target="../media/image692.png"/><Relationship Id="rId17" Type="http://schemas.openxmlformats.org/officeDocument/2006/relationships/image" Target="../media/image91.png"/><Relationship Id="rId25" Type="http://schemas.openxmlformats.org/officeDocument/2006/relationships/image" Target="../media/image698.png"/><Relationship Id="rId2" Type="http://schemas.openxmlformats.org/officeDocument/2006/relationships/image" Target="../media/image1.svg"/><Relationship Id="rId16" Type="http://schemas.openxmlformats.org/officeDocument/2006/relationships/image" Target="../media/image694.png"/><Relationship Id="rId20" Type="http://schemas.openxmlformats.org/officeDocument/2006/relationships/image" Target="../media/image695.png"/><Relationship Id="rId29" Type="http://schemas.openxmlformats.org/officeDocument/2006/relationships/image" Target="../media/image7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8.png"/><Relationship Id="rId11" Type="http://schemas.openxmlformats.org/officeDocument/2006/relationships/image" Target="../media/image77.png"/><Relationship Id="rId24" Type="http://schemas.openxmlformats.org/officeDocument/2006/relationships/image" Target="../media/image697.png"/><Relationship Id="rId5" Type="http://schemas.openxmlformats.org/officeDocument/2006/relationships/image" Target="../media/image687.svg"/><Relationship Id="rId15" Type="http://schemas.openxmlformats.org/officeDocument/2006/relationships/image" Target="../media/image85.png"/><Relationship Id="rId23" Type="http://schemas.openxmlformats.org/officeDocument/2006/relationships/image" Target="../media/image105.png"/><Relationship Id="rId28" Type="http://schemas.openxmlformats.org/officeDocument/2006/relationships/image" Target="../media/image701.png"/><Relationship Id="rId10" Type="http://schemas.openxmlformats.org/officeDocument/2006/relationships/image" Target="../media/image691.png"/><Relationship Id="rId19" Type="http://schemas.openxmlformats.org/officeDocument/2006/relationships/image" Target="../media/image96.png"/><Relationship Id="rId31" Type="http://schemas.openxmlformats.org/officeDocument/2006/relationships/image" Target="../media/image704.png"/><Relationship Id="rId4" Type="http://schemas.openxmlformats.org/officeDocument/2006/relationships/image" Target="../media/image8.svg"/><Relationship Id="rId9" Type="http://schemas.openxmlformats.org/officeDocument/2006/relationships/image" Target="../media/image69.png"/><Relationship Id="rId14" Type="http://schemas.openxmlformats.org/officeDocument/2006/relationships/image" Target="../media/image693.png"/><Relationship Id="rId22" Type="http://schemas.openxmlformats.org/officeDocument/2006/relationships/image" Target="../media/image696.png"/><Relationship Id="rId27" Type="http://schemas.openxmlformats.org/officeDocument/2006/relationships/image" Target="../media/image700.png"/><Relationship Id="rId30" Type="http://schemas.openxmlformats.org/officeDocument/2006/relationships/image" Target="../media/image70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8.png"/><Relationship Id="rId13" Type="http://schemas.openxmlformats.org/officeDocument/2006/relationships/image" Target="../media/image711.png"/><Relationship Id="rId18" Type="http://schemas.openxmlformats.org/officeDocument/2006/relationships/image" Target="../media/image716.png"/><Relationship Id="rId26" Type="http://schemas.openxmlformats.org/officeDocument/2006/relationships/image" Target="../media/image724.png"/><Relationship Id="rId3" Type="http://schemas.openxmlformats.org/officeDocument/2006/relationships/image" Target="../media/image5.svg"/><Relationship Id="rId21" Type="http://schemas.openxmlformats.org/officeDocument/2006/relationships/image" Target="../media/image719.png"/><Relationship Id="rId7" Type="http://schemas.openxmlformats.org/officeDocument/2006/relationships/image" Target="../media/image687.svg"/><Relationship Id="rId12" Type="http://schemas.openxmlformats.org/officeDocument/2006/relationships/image" Target="../media/image710.png"/><Relationship Id="rId17" Type="http://schemas.openxmlformats.org/officeDocument/2006/relationships/image" Target="../media/image715.png"/><Relationship Id="rId25" Type="http://schemas.openxmlformats.org/officeDocument/2006/relationships/image" Target="../media/image723.png"/><Relationship Id="rId2" Type="http://schemas.openxmlformats.org/officeDocument/2006/relationships/image" Target="../media/image1.svg"/><Relationship Id="rId16" Type="http://schemas.openxmlformats.org/officeDocument/2006/relationships/image" Target="../media/image714.png"/><Relationship Id="rId20" Type="http://schemas.openxmlformats.org/officeDocument/2006/relationships/image" Target="../media/image7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6.png"/><Relationship Id="rId11" Type="http://schemas.openxmlformats.org/officeDocument/2006/relationships/image" Target="../media/image709.png"/><Relationship Id="rId24" Type="http://schemas.openxmlformats.org/officeDocument/2006/relationships/image" Target="../media/image722.png"/><Relationship Id="rId5" Type="http://schemas.openxmlformats.org/officeDocument/2006/relationships/image" Target="../media/image705.png"/><Relationship Id="rId15" Type="http://schemas.openxmlformats.org/officeDocument/2006/relationships/image" Target="../media/image713.png"/><Relationship Id="rId23" Type="http://schemas.openxmlformats.org/officeDocument/2006/relationships/image" Target="../media/image721.png"/><Relationship Id="rId10" Type="http://schemas.openxmlformats.org/officeDocument/2006/relationships/image" Target="../media/image708.png"/><Relationship Id="rId19" Type="http://schemas.openxmlformats.org/officeDocument/2006/relationships/image" Target="../media/image717.png"/><Relationship Id="rId4" Type="http://schemas.openxmlformats.org/officeDocument/2006/relationships/image" Target="../media/image8.svg"/><Relationship Id="rId9" Type="http://schemas.openxmlformats.org/officeDocument/2006/relationships/image" Target="../media/image707.png"/><Relationship Id="rId14" Type="http://schemas.openxmlformats.org/officeDocument/2006/relationships/image" Target="../media/image712.png"/><Relationship Id="rId22" Type="http://schemas.openxmlformats.org/officeDocument/2006/relationships/image" Target="../media/image720.png"/><Relationship Id="rId27" Type="http://schemas.openxmlformats.org/officeDocument/2006/relationships/image" Target="../media/image725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5.png"/><Relationship Id="rId18" Type="http://schemas.openxmlformats.org/officeDocument/2006/relationships/image" Target="../media/image740.png"/><Relationship Id="rId26" Type="http://schemas.openxmlformats.org/officeDocument/2006/relationships/image" Target="../media/image748.png"/><Relationship Id="rId39" Type="http://schemas.openxmlformats.org/officeDocument/2006/relationships/image" Target="../media/image761.png"/><Relationship Id="rId21" Type="http://schemas.openxmlformats.org/officeDocument/2006/relationships/image" Target="../media/image743.png"/><Relationship Id="rId34" Type="http://schemas.openxmlformats.org/officeDocument/2006/relationships/image" Target="../media/image756.png"/><Relationship Id="rId7" Type="http://schemas.openxmlformats.org/officeDocument/2006/relationships/image" Target="../media/image729.png"/><Relationship Id="rId12" Type="http://schemas.openxmlformats.org/officeDocument/2006/relationships/image" Target="../media/image734.png"/><Relationship Id="rId17" Type="http://schemas.openxmlformats.org/officeDocument/2006/relationships/image" Target="../media/image739.png"/><Relationship Id="rId25" Type="http://schemas.openxmlformats.org/officeDocument/2006/relationships/image" Target="../media/image747.png"/><Relationship Id="rId33" Type="http://schemas.openxmlformats.org/officeDocument/2006/relationships/image" Target="../media/image755.png"/><Relationship Id="rId38" Type="http://schemas.openxmlformats.org/officeDocument/2006/relationships/image" Target="../media/image760.svg"/><Relationship Id="rId2" Type="http://schemas.openxmlformats.org/officeDocument/2006/relationships/image" Target="../media/image726.svg"/><Relationship Id="rId16" Type="http://schemas.openxmlformats.org/officeDocument/2006/relationships/image" Target="../media/image738.png"/><Relationship Id="rId20" Type="http://schemas.openxmlformats.org/officeDocument/2006/relationships/image" Target="../media/image742.png"/><Relationship Id="rId29" Type="http://schemas.openxmlformats.org/officeDocument/2006/relationships/image" Target="../media/image7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8.png"/><Relationship Id="rId11" Type="http://schemas.openxmlformats.org/officeDocument/2006/relationships/image" Target="../media/image733.png"/><Relationship Id="rId24" Type="http://schemas.openxmlformats.org/officeDocument/2006/relationships/image" Target="../media/image746.png"/><Relationship Id="rId32" Type="http://schemas.openxmlformats.org/officeDocument/2006/relationships/image" Target="../media/image754.svg"/><Relationship Id="rId37" Type="http://schemas.openxmlformats.org/officeDocument/2006/relationships/image" Target="../media/image759.png"/><Relationship Id="rId40" Type="http://schemas.openxmlformats.org/officeDocument/2006/relationships/image" Target="../media/image762.png"/><Relationship Id="rId5" Type="http://schemas.openxmlformats.org/officeDocument/2006/relationships/image" Target="../media/image35.svg"/><Relationship Id="rId15" Type="http://schemas.openxmlformats.org/officeDocument/2006/relationships/image" Target="../media/image737.png"/><Relationship Id="rId23" Type="http://schemas.openxmlformats.org/officeDocument/2006/relationships/image" Target="../media/image745.svg"/><Relationship Id="rId28" Type="http://schemas.openxmlformats.org/officeDocument/2006/relationships/image" Target="../media/image750.png"/><Relationship Id="rId36" Type="http://schemas.openxmlformats.org/officeDocument/2006/relationships/image" Target="../media/image758.png"/><Relationship Id="rId10" Type="http://schemas.openxmlformats.org/officeDocument/2006/relationships/image" Target="../media/image732.png"/><Relationship Id="rId19" Type="http://schemas.openxmlformats.org/officeDocument/2006/relationships/image" Target="../media/image741.png"/><Relationship Id="rId31" Type="http://schemas.openxmlformats.org/officeDocument/2006/relationships/image" Target="../media/image753.png"/><Relationship Id="rId4" Type="http://schemas.openxmlformats.org/officeDocument/2006/relationships/image" Target="../media/image16.png"/><Relationship Id="rId9" Type="http://schemas.openxmlformats.org/officeDocument/2006/relationships/image" Target="../media/image731.png"/><Relationship Id="rId14" Type="http://schemas.openxmlformats.org/officeDocument/2006/relationships/image" Target="../media/image736.png"/><Relationship Id="rId22" Type="http://schemas.openxmlformats.org/officeDocument/2006/relationships/image" Target="../media/image744.svg"/><Relationship Id="rId27" Type="http://schemas.openxmlformats.org/officeDocument/2006/relationships/image" Target="../media/image749.png"/><Relationship Id="rId30" Type="http://schemas.openxmlformats.org/officeDocument/2006/relationships/image" Target="../media/image752.svg"/><Relationship Id="rId35" Type="http://schemas.openxmlformats.org/officeDocument/2006/relationships/image" Target="../media/image757.svg"/><Relationship Id="rId8" Type="http://schemas.openxmlformats.org/officeDocument/2006/relationships/image" Target="../media/image730.png"/><Relationship Id="rId3" Type="http://schemas.openxmlformats.org/officeDocument/2006/relationships/image" Target="../media/image72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5.svg"/><Relationship Id="rId3" Type="http://schemas.openxmlformats.org/officeDocument/2006/relationships/image" Target="../media/image726.svg"/><Relationship Id="rId7" Type="http://schemas.openxmlformats.org/officeDocument/2006/relationships/image" Target="../media/image764.png"/><Relationship Id="rId2" Type="http://schemas.openxmlformats.org/officeDocument/2006/relationships/image" Target="../media/image7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16.png"/><Relationship Id="rId4" Type="http://schemas.openxmlformats.org/officeDocument/2006/relationships/image" Target="../media/image727.png"/><Relationship Id="rId9" Type="http://schemas.openxmlformats.org/officeDocument/2006/relationships/image" Target="../media/image76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9.png"/><Relationship Id="rId3" Type="http://schemas.openxmlformats.org/officeDocument/2006/relationships/image" Target="../media/image727.png"/><Relationship Id="rId7" Type="http://schemas.openxmlformats.org/officeDocument/2006/relationships/image" Target="../media/image768.svg"/><Relationship Id="rId2" Type="http://schemas.openxmlformats.org/officeDocument/2006/relationships/image" Target="../media/image7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7.png"/><Relationship Id="rId11" Type="http://schemas.openxmlformats.org/officeDocument/2006/relationships/image" Target="../media/image772.svg"/><Relationship Id="rId5" Type="http://schemas.openxmlformats.org/officeDocument/2006/relationships/image" Target="../media/image35.svg"/><Relationship Id="rId10" Type="http://schemas.openxmlformats.org/officeDocument/2006/relationships/image" Target="../media/image771.png"/><Relationship Id="rId4" Type="http://schemas.openxmlformats.org/officeDocument/2006/relationships/image" Target="../media/image16.png"/><Relationship Id="rId9" Type="http://schemas.openxmlformats.org/officeDocument/2006/relationships/image" Target="../media/image7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330200"/>
            <a:ext cx="17602200" cy="962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4100" y="-673100"/>
            <a:ext cx="6032500" cy="162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4279900"/>
            <a:ext cx="96647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200" y="5880100"/>
            <a:ext cx="2641600" cy="55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66500" y="762000"/>
            <a:ext cx="14732000" cy="5511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5600" y="5702300"/>
            <a:ext cx="99695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800" y="6553200"/>
            <a:ext cx="9550400" cy="46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930900" y="4254500"/>
            <a:ext cx="14732000" cy="551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30500" y="482600"/>
            <a:ext cx="2362200" cy="100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5300" y="215900"/>
            <a:ext cx="65786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3467100"/>
            <a:ext cx="368300" cy="6832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19700" y="330200"/>
            <a:ext cx="3683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3060700" y="3035300"/>
            <a:ext cx="10312400" cy="421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562100"/>
            <a:ext cx="2032000" cy="698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2222500"/>
            <a:ext cx="13843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91694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2514600"/>
            <a:ext cx="4800600" cy="2501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600" y="1257300"/>
            <a:ext cx="6007100" cy="1028700"/>
          </a:xfrm>
          <a:prstGeom prst="rect">
            <a:avLst/>
          </a:prstGeom>
          <a:effectLst>
            <a:outerShdw blurRad="46292" dist="7913" dir="5400000">
              <a:srgbClr val="132805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1409700"/>
            <a:ext cx="711200" cy="711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1524000"/>
            <a:ext cx="5588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3300" y="1498600"/>
            <a:ext cx="4178300" cy="60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93500" y="1257300"/>
            <a:ext cx="5524500" cy="1028700"/>
          </a:xfrm>
          <a:prstGeom prst="rect">
            <a:avLst/>
          </a:prstGeom>
          <a:effectLst>
            <a:outerShdw blurRad="46292" dist="7913" dir="5400000">
              <a:srgbClr val="132805">
                <a:alpha val="2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50700" y="2514600"/>
            <a:ext cx="4940300" cy="990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58700" y="1473200"/>
            <a:ext cx="45593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8600" y="1409700"/>
            <a:ext cx="7112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34800" y="1524000"/>
            <a:ext cx="558800" cy="495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06200" y="5283200"/>
            <a:ext cx="5511800" cy="1028700"/>
          </a:xfrm>
          <a:prstGeom prst="rect">
            <a:avLst/>
          </a:prstGeom>
          <a:effectLst>
            <a:outerShdw blurRad="46292" dist="7913" dir="5400000">
              <a:srgbClr val="132805">
                <a:alpha val="20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58600" y="5435600"/>
            <a:ext cx="711200" cy="711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34800" y="5549900"/>
            <a:ext cx="558800" cy="495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534900" y="5524500"/>
            <a:ext cx="4953000" cy="609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938000" y="6540500"/>
            <a:ext cx="4800600" cy="1993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600" y="5283200"/>
            <a:ext cx="6007100" cy="1028700"/>
          </a:xfrm>
          <a:prstGeom prst="rect">
            <a:avLst/>
          </a:prstGeom>
          <a:effectLst>
            <a:outerShdw blurRad="46292" dist="7913" dir="5400000">
              <a:srgbClr val="132805">
                <a:alpha val="20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7000" y="5435600"/>
            <a:ext cx="711200" cy="711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95900" y="5549900"/>
            <a:ext cx="558800" cy="495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5511800"/>
            <a:ext cx="5207000" cy="609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62600" y="6540500"/>
            <a:ext cx="3911600" cy="2501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61976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1168400"/>
            <a:ext cx="4495800" cy="378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156200"/>
            <a:ext cx="21971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5638800"/>
            <a:ext cx="3454400" cy="85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0" y="3340100"/>
            <a:ext cx="34925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686300"/>
            <a:ext cx="2781300" cy="74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5765800"/>
            <a:ext cx="37211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4140200"/>
            <a:ext cx="68326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6705600"/>
            <a:ext cx="11684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6845300"/>
            <a:ext cx="4178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7924800"/>
            <a:ext cx="52578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9004300"/>
            <a:ext cx="4165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03300" y="5207000"/>
            <a:ext cx="10033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00" y="5029200"/>
            <a:ext cx="2908300" cy="411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5181600"/>
            <a:ext cx="2590800" cy="3797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14400" y="5575300"/>
            <a:ext cx="4305300" cy="447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" y="5575300"/>
            <a:ext cx="13093700" cy="4470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454900" y="4254500"/>
            <a:ext cx="444500" cy="19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4600" y="4394200"/>
            <a:ext cx="3200400" cy="19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38500" y="5245100"/>
            <a:ext cx="10033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10200" y="5245100"/>
            <a:ext cx="10033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20000" y="5283200"/>
            <a:ext cx="10033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804400" y="5257800"/>
            <a:ext cx="10033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963400" y="5245100"/>
            <a:ext cx="10033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109700" y="5232400"/>
            <a:ext cx="10033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7000" y="4775200"/>
            <a:ext cx="154305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256000" y="5181600"/>
            <a:ext cx="1003300" cy="190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502900" y="4254500"/>
            <a:ext cx="444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902700" y="4597400"/>
            <a:ext cx="444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57500" y="5029200"/>
            <a:ext cx="2362200" cy="482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09900" y="5181600"/>
            <a:ext cx="2044700" cy="4508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700" y="266700"/>
            <a:ext cx="6870700" cy="1003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700" y="1676400"/>
            <a:ext cx="3378200" cy="673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638300"/>
            <a:ext cx="2120900" cy="2120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8800" y="3759200"/>
            <a:ext cx="1536700" cy="406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63100" y="1638300"/>
            <a:ext cx="2171700" cy="2120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3771900"/>
            <a:ext cx="1358900" cy="393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22600" y="7823200"/>
            <a:ext cx="1282700" cy="128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44800" y="5740400"/>
            <a:ext cx="1765300" cy="1765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44800" y="7518400"/>
            <a:ext cx="1701800" cy="330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09900" y="7835900"/>
            <a:ext cx="1282700" cy="1282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60700" y="9105900"/>
            <a:ext cx="1320800" cy="292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95600" y="9423400"/>
            <a:ext cx="1549400" cy="419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57800" y="7874000"/>
            <a:ext cx="1244600" cy="1244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57800" y="9105900"/>
            <a:ext cx="1206500" cy="292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19700" y="7874000"/>
            <a:ext cx="1244600" cy="12446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78400" y="5791200"/>
            <a:ext cx="1765300" cy="17653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03800" y="7505700"/>
            <a:ext cx="1701800" cy="330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02300" y="9423400"/>
            <a:ext cx="431800" cy="4191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137400" y="5791200"/>
            <a:ext cx="1765300" cy="1765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00900" y="7505700"/>
            <a:ext cx="1701800" cy="330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29500" y="7874000"/>
            <a:ext cx="1244600" cy="1244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29500" y="9093200"/>
            <a:ext cx="1206500" cy="2921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78700" y="7874000"/>
            <a:ext cx="1244600" cy="12446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78700" y="9410700"/>
            <a:ext cx="1320800" cy="406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72600" y="5727700"/>
            <a:ext cx="1816100" cy="1816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98000" y="7505700"/>
            <a:ext cx="1739900" cy="3429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969500" y="9144000"/>
            <a:ext cx="622300" cy="279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626600" y="7874000"/>
            <a:ext cx="1282700" cy="12827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91700" y="8039100"/>
            <a:ext cx="977900" cy="977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639300" y="9410700"/>
            <a:ext cx="1320800" cy="4191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569700" y="5740400"/>
            <a:ext cx="1765300" cy="17653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595100" y="7493000"/>
            <a:ext cx="1701800" cy="3302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811000" y="7823200"/>
            <a:ext cx="1282700" cy="12827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039600" y="9105900"/>
            <a:ext cx="889000" cy="2794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2014200" y="8026400"/>
            <a:ext cx="876300" cy="8763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798300" y="9410700"/>
            <a:ext cx="1320800" cy="4191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4109700" y="5143500"/>
            <a:ext cx="939800" cy="9398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716000" y="7493000"/>
            <a:ext cx="1727200" cy="3302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944600" y="7810500"/>
            <a:ext cx="1282700" cy="12827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185900" y="9093200"/>
            <a:ext cx="889000" cy="2794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4147800" y="8013700"/>
            <a:ext cx="876300" cy="8763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881100" y="9385300"/>
            <a:ext cx="1625600" cy="4191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3690600" y="5715000"/>
            <a:ext cx="1790700" cy="17907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900400" y="7493000"/>
            <a:ext cx="1727200" cy="3302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421100" y="9118600"/>
            <a:ext cx="622300" cy="2794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090900" y="7835900"/>
            <a:ext cx="1282700" cy="12827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6243300" y="7988300"/>
            <a:ext cx="977900" cy="9779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6103600" y="9372600"/>
            <a:ext cx="1320800" cy="4191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836900" y="5702300"/>
            <a:ext cx="1790700" cy="17907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76300" y="7823200"/>
            <a:ext cx="1282700" cy="12827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63600" y="9105900"/>
            <a:ext cx="1320800" cy="2921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89000" y="7848600"/>
            <a:ext cx="1282700" cy="12827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98500" y="7518400"/>
            <a:ext cx="1727200" cy="3302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63600" y="9423400"/>
            <a:ext cx="1320800" cy="419100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22300" y="5727700"/>
            <a:ext cx="1790700" cy="17907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4686300"/>
            <a:ext cx="15506700" cy="5359400"/>
          </a:xfrm>
          <a:prstGeom prst="rect">
            <a:avLst/>
          </a:prstGeom>
          <a:effectLst>
            <a:outerShdw blurRad="241316" dist="41251" dir="5400000">
              <a:srgbClr val="132805">
                <a:alpha val="2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889500"/>
            <a:ext cx="15087600" cy="4953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2374900"/>
            <a:ext cx="15506700" cy="2222500"/>
          </a:xfrm>
          <a:prstGeom prst="rect">
            <a:avLst/>
          </a:prstGeom>
          <a:effectLst>
            <a:outerShdw blurRad="99870" dist="17072" dir="5400000">
              <a:srgbClr val="132805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2590800"/>
            <a:ext cx="15087600" cy="181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4864100"/>
            <a:ext cx="22479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900" y="5511800"/>
            <a:ext cx="11506200" cy="469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266700"/>
            <a:ext cx="6870700" cy="100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13200" y="7785100"/>
            <a:ext cx="787400" cy="355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0800" y="8343900"/>
            <a:ext cx="1104900" cy="67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19600" y="6477000"/>
            <a:ext cx="1282700" cy="128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06900" y="6464300"/>
            <a:ext cx="1320800" cy="1320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3500" y="6197600"/>
            <a:ext cx="571500" cy="55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62300" y="6477000"/>
            <a:ext cx="1244600" cy="1244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36900" y="6464300"/>
            <a:ext cx="1282700" cy="1282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07300" y="7810500"/>
            <a:ext cx="1066800" cy="368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1900" y="8343900"/>
            <a:ext cx="1104900" cy="673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08800" y="6489700"/>
            <a:ext cx="1244600" cy="1244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08800" y="6515100"/>
            <a:ext cx="1206500" cy="1206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66100" y="6489700"/>
            <a:ext cx="1244600" cy="1244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6100" y="6515100"/>
            <a:ext cx="1206500" cy="1206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17000" y="6223000"/>
            <a:ext cx="571500" cy="558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10900" y="7810500"/>
            <a:ext cx="787400" cy="342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22000" y="8496300"/>
            <a:ext cx="990600" cy="342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69600" y="6527800"/>
            <a:ext cx="1244600" cy="1244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83900" y="6654800"/>
            <a:ext cx="1028700" cy="1028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400" y="6261100"/>
            <a:ext cx="571500" cy="558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436600" y="7810500"/>
            <a:ext cx="1270000" cy="342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423900" y="8343900"/>
            <a:ext cx="1079500" cy="673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335000" y="6527800"/>
            <a:ext cx="1244600" cy="1244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538200" y="6743700"/>
            <a:ext cx="850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31300" y="6350000"/>
            <a:ext cx="8636000" cy="3721100"/>
          </a:xfrm>
          <a:prstGeom prst="rect">
            <a:avLst/>
          </a:prstGeom>
          <a:effectLst>
            <a:outerShdw blurRad="167164" dist="28575" dir="5400000">
              <a:srgbClr val="C2C2C2">
                <a:alpha val="2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1300" y="7112000"/>
            <a:ext cx="8648700" cy="457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2260600"/>
            <a:ext cx="8420100" cy="3949700"/>
          </a:xfrm>
          <a:prstGeom prst="rect">
            <a:avLst/>
          </a:prstGeom>
          <a:effectLst>
            <a:outerShdw blurRad="177451" dist="30333" dir="5400000">
              <a:srgbClr val="C2C2C2">
                <a:alpha val="2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3175000"/>
            <a:ext cx="8420100" cy="3048000"/>
          </a:xfrm>
          <a:prstGeom prst="rect">
            <a:avLst/>
          </a:prstGeom>
          <a:effectLst>
            <a:outerShdw blurRad="137160" dist="23446" dir="5400000">
              <a:srgbClr val="C2C2C2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3009900"/>
            <a:ext cx="84201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" y="6350000"/>
            <a:ext cx="8420100" cy="3721100"/>
          </a:xfrm>
          <a:prstGeom prst="rect">
            <a:avLst/>
          </a:prstGeom>
          <a:effectLst>
            <a:outerShdw blurRad="167164" dist="28575" dir="5400000">
              <a:srgbClr val="C2C2C2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7112000"/>
            <a:ext cx="8420100" cy="2946400"/>
          </a:xfrm>
          <a:prstGeom prst="rect">
            <a:avLst/>
          </a:prstGeom>
          <a:effectLst>
            <a:outerShdw blurRad="132445" dist="22640" dir="5400000">
              <a:srgbClr val="C2C2C2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1300" y="2260600"/>
            <a:ext cx="8636000" cy="3949700"/>
          </a:xfrm>
          <a:prstGeom prst="rect">
            <a:avLst/>
          </a:prstGeom>
          <a:effectLst>
            <a:outerShdw blurRad="177451" dist="30333" dir="5400000">
              <a:srgbClr val="C2C2C2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31300" y="3289300"/>
            <a:ext cx="8636000" cy="2946400"/>
          </a:xfrm>
          <a:prstGeom prst="rect">
            <a:avLst/>
          </a:prstGeom>
          <a:effectLst>
            <a:outerShdw blurRad="132445" dist="22640" dir="5400000">
              <a:srgbClr val="C2C2C2">
                <a:alpha val="2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700" y="266700"/>
            <a:ext cx="6870700" cy="100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2362200"/>
            <a:ext cx="2273300" cy="558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3900" y="2362200"/>
            <a:ext cx="558800" cy="558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2200" y="2362200"/>
            <a:ext cx="3429000" cy="558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72600" y="2362200"/>
            <a:ext cx="558800" cy="558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1600" y="6477000"/>
            <a:ext cx="3365500" cy="55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3900" y="6464300"/>
            <a:ext cx="5588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45700" y="6489700"/>
            <a:ext cx="4140200" cy="558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2600" y="6502400"/>
            <a:ext cx="558800" cy="558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31300" y="7124700"/>
            <a:ext cx="8636000" cy="2933700"/>
          </a:xfrm>
          <a:prstGeom prst="rect">
            <a:avLst/>
          </a:prstGeom>
          <a:effectLst>
            <a:outerShdw blurRad="132017" dist="22567" dir="5400000">
              <a:srgbClr val="C2C2C2">
                <a:alpha val="20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34500" y="7327900"/>
            <a:ext cx="8216900" cy="2527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3700" y="1562100"/>
            <a:ext cx="3378200" cy="673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4700" y="3263900"/>
            <a:ext cx="5054600" cy="2654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30900" y="3429000"/>
            <a:ext cx="2806700" cy="2552700"/>
          </a:xfrm>
          <a:prstGeom prst="rect">
            <a:avLst/>
          </a:prstGeom>
          <a:effectLst>
            <a:outerShdw blurRad="114872" dist="19636" dir="5400000">
              <a:srgbClr val="C2C2C2">
                <a:alpha val="20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46800" y="3644900"/>
            <a:ext cx="2374900" cy="21209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31300" y="3009900"/>
            <a:ext cx="8636000" cy="444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719300" y="3429000"/>
            <a:ext cx="2870200" cy="2717800"/>
          </a:xfrm>
          <a:prstGeom prst="rect">
            <a:avLst/>
          </a:prstGeom>
          <a:effectLst>
            <a:outerShdw blurRad="122158" dist="20882" dir="5400000">
              <a:srgbClr val="C2C2C2">
                <a:alpha val="20000"/>
              </a:srgbClr>
            </a:outerShdw>
          </a:effectLst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884400" y="3606800"/>
            <a:ext cx="2527300" cy="2362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3400" y="7124700"/>
            <a:ext cx="8420100" cy="444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3900" y="7366000"/>
            <a:ext cx="5232400" cy="838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30900" y="7327900"/>
            <a:ext cx="2806700" cy="2501900"/>
          </a:xfrm>
          <a:prstGeom prst="rect">
            <a:avLst/>
          </a:prstGeom>
          <a:effectLst>
            <a:outerShdw blurRad="112728" dist="19270" dir="5400000">
              <a:srgbClr val="C2C2C2">
                <a:alpha val="20000"/>
              </a:srgbClr>
            </a:outerShdw>
          </a:effectLst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956300" y="7480300"/>
            <a:ext cx="2743200" cy="2197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13900" y="7848600"/>
            <a:ext cx="2070100" cy="2070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436600" y="7848600"/>
            <a:ext cx="2070100" cy="2070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417800" y="8331200"/>
            <a:ext cx="2082800" cy="1143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696700" y="8331200"/>
            <a:ext cx="1651000" cy="1130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36600" y="8318500"/>
            <a:ext cx="5118100" cy="1384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566900" y="6718300"/>
            <a:ext cx="3149600" cy="355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372600" y="3429000"/>
            <a:ext cx="5118100" cy="673100"/>
          </a:xfrm>
          <a:prstGeom prst="rect">
            <a:avLst/>
          </a:prstGeom>
          <a:effectLst>
            <a:outerShdw blurRad="30004" dist="5129" dir="5400000">
              <a:srgbClr val="C2C2C2">
                <a:alpha val="20000"/>
              </a:srgbClr>
            </a:outerShdw>
          </a:effectLst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372600" y="4165600"/>
            <a:ext cx="5118100" cy="952500"/>
          </a:xfrm>
          <a:prstGeom prst="rect">
            <a:avLst/>
          </a:prstGeom>
          <a:effectLst>
            <a:outerShdw blurRad="42863" dist="7327" dir="5400000">
              <a:srgbClr val="C2C2C2">
                <a:alpha val="20000"/>
              </a:srgbClr>
            </a:outerShdw>
          </a:effectLst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372600" y="5181600"/>
            <a:ext cx="5118100" cy="952500"/>
          </a:xfrm>
          <a:prstGeom prst="rect">
            <a:avLst/>
          </a:prstGeom>
          <a:effectLst>
            <a:outerShdw blurRad="42863" dist="7327" dir="5400000">
              <a:srgbClr val="C2C2C2">
                <a:alpha val="20000"/>
              </a:srgbClr>
            </a:outerShdw>
          </a:effectLst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28200" y="3022600"/>
            <a:ext cx="4559300" cy="4318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528300" y="3594100"/>
            <a:ext cx="3822700" cy="3683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42600" y="4241800"/>
            <a:ext cx="2921000" cy="7620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515600" y="5283200"/>
            <a:ext cx="3429000" cy="7620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5400000">
            <a:off x="11722100" y="3911600"/>
            <a:ext cx="266700" cy="381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5400000">
            <a:off x="11722100" y="4953000"/>
            <a:ext cx="266700" cy="381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728200" y="3505200"/>
            <a:ext cx="571500" cy="5207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715500" y="4356100"/>
            <a:ext cx="685800" cy="5588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817100" y="5295900"/>
            <a:ext cx="4826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8648700"/>
            <a:ext cx="15989300" cy="1435100"/>
          </a:xfrm>
          <a:prstGeom prst="rect">
            <a:avLst/>
          </a:prstGeom>
          <a:effectLst>
            <a:outerShdw blurRad="64294" dist="10990" dir="5400000">
              <a:srgbClr val="132805">
                <a:alpha val="2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8813800"/>
            <a:ext cx="15671800" cy="1092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266700"/>
            <a:ext cx="68707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07900" y="2476500"/>
            <a:ext cx="4737100" cy="5892800"/>
          </a:xfrm>
          <a:prstGeom prst="rect">
            <a:avLst/>
          </a:prstGeom>
          <a:effectLst>
            <a:outerShdw blurRad="236696" dist="36415" dir="5400000">
              <a:srgbClr val="000000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85700" y="3568700"/>
            <a:ext cx="4356100" cy="2959100"/>
          </a:xfrm>
          <a:prstGeom prst="rect">
            <a:avLst/>
          </a:prstGeom>
          <a:effectLst>
            <a:outerShdw blurRad="133302" dist="22787" dir="5400000">
              <a:srgbClr val="C2C2C2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11200" y="2743200"/>
            <a:ext cx="3721100" cy="55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96900" y="6578600"/>
            <a:ext cx="36449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8400" y="6667500"/>
            <a:ext cx="584200" cy="584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96900" y="7391400"/>
            <a:ext cx="36449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8400" y="7518400"/>
            <a:ext cx="584200" cy="58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19900" y="2476500"/>
            <a:ext cx="4737100" cy="5892800"/>
          </a:xfrm>
          <a:prstGeom prst="rect">
            <a:avLst/>
          </a:prstGeom>
          <a:effectLst>
            <a:outerShdw blurRad="236696" dist="36415" dir="5400000">
              <a:srgbClr val="000000">
                <a:alpha val="2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72300" y="3568700"/>
            <a:ext cx="4356100" cy="2959100"/>
          </a:xfrm>
          <a:prstGeom prst="rect">
            <a:avLst/>
          </a:prstGeom>
          <a:effectLst>
            <a:outerShdw blurRad="133302" dist="22787" dir="5400000">
              <a:srgbClr val="C2C2C2">
                <a:alpha val="20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0" y="2552700"/>
            <a:ext cx="3276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83500" y="6743700"/>
            <a:ext cx="3644900" cy="431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85000" y="6667500"/>
            <a:ext cx="584200" cy="584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3500" y="7327900"/>
            <a:ext cx="36449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5000" y="7391400"/>
            <a:ext cx="584200" cy="584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07800" y="4737100"/>
            <a:ext cx="762000" cy="825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3000" y="2476500"/>
            <a:ext cx="4737100" cy="5892800"/>
          </a:xfrm>
          <a:prstGeom prst="rect">
            <a:avLst/>
          </a:prstGeom>
          <a:effectLst>
            <a:outerShdw blurRad="236696" dist="36415" dir="5400000">
              <a:srgbClr val="000000">
                <a:alpha val="20000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20800" y="3568700"/>
            <a:ext cx="4356100" cy="2654300"/>
          </a:xfrm>
          <a:prstGeom prst="rect">
            <a:avLst/>
          </a:prstGeom>
          <a:effectLst>
            <a:outerShdw blurRad="119158" dist="20369" dir="5400000">
              <a:srgbClr val="C2C2C2">
                <a:alpha val="20000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49500" y="2806700"/>
            <a:ext cx="2273300" cy="558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97000" y="2730500"/>
            <a:ext cx="736600" cy="736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32000" y="6464300"/>
            <a:ext cx="3644900" cy="431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33500" y="6388100"/>
            <a:ext cx="584200" cy="584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32000" y="7048500"/>
            <a:ext cx="3644900" cy="4318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33500" y="6972300"/>
            <a:ext cx="584200" cy="584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32000" y="7645400"/>
            <a:ext cx="3644900" cy="431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33500" y="7569200"/>
            <a:ext cx="584200" cy="584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6300" y="4737100"/>
            <a:ext cx="762000" cy="825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85000" y="2730500"/>
            <a:ext cx="736600" cy="736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598400" y="2667000"/>
            <a:ext cx="723900" cy="723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725400" y="3759200"/>
            <a:ext cx="2425700" cy="2641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113000" y="3759200"/>
            <a:ext cx="1638300" cy="635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5176500" y="3810000"/>
            <a:ext cx="1511300" cy="520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113000" y="4394200"/>
            <a:ext cx="1638300" cy="635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176500" y="4457700"/>
            <a:ext cx="1511300" cy="520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113000" y="5041900"/>
            <a:ext cx="1638300" cy="635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176500" y="5105400"/>
            <a:ext cx="1511300" cy="520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113000" y="5689600"/>
            <a:ext cx="1638300" cy="635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176500" y="5740400"/>
            <a:ext cx="1511300" cy="5207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99300" y="3835400"/>
            <a:ext cx="1219200" cy="9271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791700" y="3505200"/>
            <a:ext cx="1651000" cy="16510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404100" y="5168900"/>
            <a:ext cx="635000" cy="863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712200" y="5168900"/>
            <a:ext cx="838200" cy="8382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175500" y="4787900"/>
            <a:ext cx="1092200" cy="2540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813800" y="3975100"/>
            <a:ext cx="673100" cy="7493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432800" y="4775200"/>
            <a:ext cx="1536700" cy="254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134600" y="4787900"/>
            <a:ext cx="977900" cy="2540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048500" y="6070600"/>
            <a:ext cx="1409700" cy="2540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674100" y="6070600"/>
            <a:ext cx="977900" cy="2540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236200" y="5168900"/>
            <a:ext cx="749300" cy="8128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82200" y="6070600"/>
            <a:ext cx="1270000" cy="2540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33500" y="3708400"/>
            <a:ext cx="4318000" cy="24638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68707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800" y="2349500"/>
            <a:ext cx="7683500" cy="335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1800" y="2349500"/>
            <a:ext cx="7683500" cy="3352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0400" y="2540000"/>
            <a:ext cx="7226300" cy="294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1800" y="5765800"/>
            <a:ext cx="7683500" cy="204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21800" y="5765800"/>
            <a:ext cx="7683500" cy="2044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0400" y="6172200"/>
            <a:ext cx="7226300" cy="1206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1800" y="7874000"/>
            <a:ext cx="7683500" cy="2006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7874000"/>
            <a:ext cx="7683500" cy="2006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400" y="8077200"/>
            <a:ext cx="7226300" cy="157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93800" y="2565400"/>
            <a:ext cx="3403600" cy="1511300"/>
          </a:xfrm>
          <a:prstGeom prst="rect">
            <a:avLst/>
          </a:prstGeom>
          <a:effectLst>
            <a:outerShdw blurRad="150495" dist="11577" dir="5400000">
              <a:srgbClr val="000000">
                <a:alpha val="20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97000" y="2781300"/>
            <a:ext cx="2997200" cy="1092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22800" y="2578100"/>
            <a:ext cx="3403600" cy="1485900"/>
          </a:xfrm>
          <a:prstGeom prst="rect">
            <a:avLst/>
          </a:prstGeom>
          <a:effectLst>
            <a:outerShdw blurRad="148590" dist="11430" dir="5400000">
              <a:srgbClr val="000000">
                <a:alpha val="20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6000" y="2781300"/>
            <a:ext cx="2997200" cy="1079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93800" y="4076700"/>
            <a:ext cx="3403600" cy="1511300"/>
          </a:xfrm>
          <a:prstGeom prst="rect">
            <a:avLst/>
          </a:prstGeom>
          <a:effectLst>
            <a:outerShdw blurRad="150495" dist="11577" dir="5400000">
              <a:srgbClr val="000000">
                <a:alpha val="20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97000" y="4279900"/>
            <a:ext cx="2997200" cy="1092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22800" y="4076700"/>
            <a:ext cx="3403600" cy="1485900"/>
          </a:xfrm>
          <a:prstGeom prst="rect">
            <a:avLst/>
          </a:prstGeom>
          <a:effectLst>
            <a:outerShdw blurRad="148590" dist="11430" dir="5400000">
              <a:srgbClr val="000000">
                <a:alpha val="20000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6000" y="4279900"/>
            <a:ext cx="2997200" cy="1079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69300" y="3721100"/>
            <a:ext cx="596900" cy="596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81100" y="6261100"/>
            <a:ext cx="6845300" cy="1054100"/>
          </a:xfrm>
          <a:prstGeom prst="rect">
            <a:avLst/>
          </a:prstGeom>
          <a:effectLst>
            <a:outerShdw blurRad="105727" dist="8133" dir="5400000">
              <a:srgbClr val="000000">
                <a:alpha val="20000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84300" y="6464300"/>
            <a:ext cx="6426200" cy="635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93800" y="8331200"/>
            <a:ext cx="6845300" cy="1104900"/>
          </a:xfrm>
          <a:prstGeom prst="rect">
            <a:avLst/>
          </a:prstGeom>
          <a:effectLst>
            <a:outerShdw blurRad="110490" dist="8499" dir="5400000">
              <a:srgbClr val="000000">
                <a:alpha val="20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97000" y="8534400"/>
            <a:ext cx="6426200" cy="698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69300" y="6489700"/>
            <a:ext cx="596900" cy="596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2000" y="8585200"/>
            <a:ext cx="596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200" y="-127000"/>
            <a:ext cx="6388100" cy="1075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1168400"/>
            <a:ext cx="4495800" cy="378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56200"/>
            <a:ext cx="23876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5638800"/>
            <a:ext cx="3644900" cy="167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0" y="3340100"/>
            <a:ext cx="34925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622800"/>
            <a:ext cx="3327400" cy="74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5499100"/>
            <a:ext cx="19558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4140200"/>
            <a:ext cx="68326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7366000"/>
            <a:ext cx="11684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6388100"/>
            <a:ext cx="3644900" cy="749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7327900"/>
            <a:ext cx="20574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8255000"/>
            <a:ext cx="44069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6504">
            <a:off x="3759200" y="2527300"/>
            <a:ext cx="4445000" cy="5702300"/>
          </a:xfrm>
          <a:prstGeom prst="rect">
            <a:avLst/>
          </a:prstGeom>
          <a:effectLst>
            <a:outerShdw blurRad="177927" dist="410601" dir="27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" y="3403600"/>
            <a:ext cx="4229100" cy="6057900"/>
          </a:xfrm>
          <a:prstGeom prst="rect">
            <a:avLst/>
          </a:prstGeom>
          <a:effectLst>
            <a:outerShdw blurRad="169164" dist="390378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900" y="2184400"/>
            <a:ext cx="6604000" cy="83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1300" y="3251200"/>
            <a:ext cx="88519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0" y="3454400"/>
            <a:ext cx="84455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452600" y="3251200"/>
            <a:ext cx="34671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1300" y="3251200"/>
            <a:ext cx="1130300" cy="1041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4500" y="3454400"/>
            <a:ext cx="736600" cy="635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754100" y="3251200"/>
            <a:ext cx="42164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70000" y="3454400"/>
            <a:ext cx="3810000" cy="635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200000">
            <a:off x="13627100" y="3759200"/>
            <a:ext cx="7874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31300" y="4457700"/>
            <a:ext cx="8851900" cy="1041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4500" y="4660900"/>
            <a:ext cx="84455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452600" y="4457700"/>
            <a:ext cx="3467100" cy="1041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31300" y="4457700"/>
            <a:ext cx="1130300" cy="1041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4500" y="4660900"/>
            <a:ext cx="736600" cy="635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754100" y="4457700"/>
            <a:ext cx="4216400" cy="1041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970000" y="4660900"/>
            <a:ext cx="3810000" cy="635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6200000">
            <a:off x="13627100" y="4978400"/>
            <a:ext cx="787400" cy="38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31300" y="5664200"/>
            <a:ext cx="8851900" cy="1244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4500" y="5867400"/>
            <a:ext cx="8445500" cy="825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452600" y="5664200"/>
            <a:ext cx="3467100" cy="1041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31300" y="5664200"/>
            <a:ext cx="1130300" cy="1219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47200" y="5943600"/>
            <a:ext cx="711200" cy="673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754100" y="5664200"/>
            <a:ext cx="4216400" cy="1231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970000" y="5867400"/>
            <a:ext cx="3810000" cy="825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16200000">
            <a:off x="13563600" y="6248400"/>
            <a:ext cx="914400" cy="381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31300" y="7073900"/>
            <a:ext cx="8724900" cy="1041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34500" y="7277100"/>
            <a:ext cx="8318500" cy="635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4274800" y="7073900"/>
            <a:ext cx="3530600" cy="1041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31300" y="7073900"/>
            <a:ext cx="1130300" cy="1016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334500" y="7277100"/>
            <a:ext cx="749300" cy="635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741400" y="7073900"/>
            <a:ext cx="4216400" cy="10414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944600" y="7277100"/>
            <a:ext cx="3810000" cy="635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200000">
            <a:off x="13627100" y="7569200"/>
            <a:ext cx="787400" cy="381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31300" y="8280400"/>
            <a:ext cx="8851900" cy="1041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34500" y="8483600"/>
            <a:ext cx="8445500" cy="635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07500" y="8496300"/>
            <a:ext cx="546100" cy="5969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3800" y="3492500"/>
            <a:ext cx="6426200" cy="218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600" y="3632200"/>
            <a:ext cx="6083300" cy="191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3800" y="5842000"/>
            <a:ext cx="6426200" cy="171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1600" y="5956300"/>
            <a:ext cx="6083300" cy="149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3800" y="7721600"/>
            <a:ext cx="6426200" cy="1600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1600" y="7823200"/>
            <a:ext cx="6083300" cy="139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479800"/>
            <a:ext cx="10388600" cy="5168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700" y="8877300"/>
            <a:ext cx="8483600" cy="876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3700" y="2540000"/>
            <a:ext cx="3721100" cy="749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800" y="2590800"/>
            <a:ext cx="3390900" cy="660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53800" y="2540000"/>
            <a:ext cx="2959100" cy="749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18900" y="2590800"/>
            <a:ext cx="26289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300" y="2476500"/>
            <a:ext cx="10756900" cy="464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" y="7404100"/>
            <a:ext cx="16725900" cy="205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1400" y="7747000"/>
            <a:ext cx="7937500" cy="73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054100" y="7747000"/>
            <a:ext cx="20193000" cy="135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3700" y="2768600"/>
            <a:ext cx="37338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2489200"/>
            <a:ext cx="51816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" y="3327400"/>
            <a:ext cx="4673600" cy="533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6700" y="3327400"/>
            <a:ext cx="4673600" cy="533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3314700"/>
            <a:ext cx="4673600" cy="92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4000" y="3314700"/>
            <a:ext cx="4673600" cy="927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2300" y="3492500"/>
            <a:ext cx="3898900" cy="53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4191000"/>
            <a:ext cx="4673600" cy="4457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24000" y="4191000"/>
            <a:ext cx="4673600" cy="445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92300" y="4470400"/>
            <a:ext cx="3898900" cy="144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24200" y="4470400"/>
            <a:ext cx="1422400" cy="142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2300" y="6184900"/>
            <a:ext cx="3898900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0" y="5842000"/>
            <a:ext cx="304800" cy="30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3327400"/>
            <a:ext cx="4673600" cy="533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7200" y="3327400"/>
            <a:ext cx="4673600" cy="533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500" y="3314700"/>
            <a:ext cx="4673600" cy="927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94500" y="3314700"/>
            <a:ext cx="4673600" cy="927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5500" y="3492500"/>
            <a:ext cx="3898900" cy="533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4500" y="4191000"/>
            <a:ext cx="4673600" cy="4457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4500" y="4191000"/>
            <a:ext cx="4673600" cy="4457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5500" y="4470400"/>
            <a:ext cx="3898900" cy="1447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59800" y="4622800"/>
            <a:ext cx="1104900" cy="1117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75500" y="6184900"/>
            <a:ext cx="3898900" cy="2159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633200" y="5842000"/>
            <a:ext cx="304800" cy="304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7700" y="3327400"/>
            <a:ext cx="4673600" cy="533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0" y="3327400"/>
            <a:ext cx="4673600" cy="5334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3314700"/>
            <a:ext cx="4673600" cy="927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065000" y="3314700"/>
            <a:ext cx="4673600" cy="9271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46000" y="3492500"/>
            <a:ext cx="3898900" cy="533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65000" y="4191000"/>
            <a:ext cx="4673600" cy="4457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65000" y="4191000"/>
            <a:ext cx="4673600" cy="4457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4470400"/>
            <a:ext cx="3898900" cy="1447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893800" y="4635500"/>
            <a:ext cx="977900" cy="1104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446000" y="6184900"/>
            <a:ext cx="3898900" cy="21590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2489200"/>
            <a:ext cx="5181600" cy="48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3327400"/>
            <a:ext cx="4673600" cy="533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0800" y="3327400"/>
            <a:ext cx="4673600" cy="533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3314700"/>
            <a:ext cx="4673600" cy="92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8100" y="3314700"/>
            <a:ext cx="4673600" cy="927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3492500"/>
            <a:ext cx="3898900" cy="533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8100" y="4191000"/>
            <a:ext cx="4673600" cy="445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8100" y="4191000"/>
            <a:ext cx="4673600" cy="445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" y="4470400"/>
            <a:ext cx="3898900" cy="144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08300" y="4470400"/>
            <a:ext cx="1422400" cy="1422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9100" y="6184900"/>
            <a:ext cx="3898900" cy="2159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800" y="2844800"/>
            <a:ext cx="8813800" cy="6311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58200" y="4140200"/>
            <a:ext cx="4368800" cy="27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8500" y="4813300"/>
            <a:ext cx="3073400" cy="2387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445335">
            <a:off x="6108700" y="4673600"/>
            <a:ext cx="2197100" cy="673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2489200"/>
            <a:ext cx="5181600" cy="48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71600" y="3098800"/>
            <a:ext cx="3543300" cy="1435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3098800"/>
            <a:ext cx="4267200" cy="1435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9800" y="3098800"/>
            <a:ext cx="35433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0300" y="3302000"/>
            <a:ext cx="4140200" cy="43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5400" y="3251200"/>
            <a:ext cx="2832100" cy="43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17700" y="3352800"/>
            <a:ext cx="2501900" cy="863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6100" y="3390900"/>
            <a:ext cx="381000" cy="800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7200" y="3390900"/>
            <a:ext cx="381000" cy="800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00100" y="3390900"/>
            <a:ext cx="381000" cy="800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" y="3098800"/>
            <a:ext cx="3543300" cy="1435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3800" y="3873500"/>
            <a:ext cx="2489200" cy="431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73200" y="3302000"/>
            <a:ext cx="1930400" cy="431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9900" y="3911600"/>
            <a:ext cx="2933700" cy="431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0500" y="3822700"/>
            <a:ext cx="2489200" cy="431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3100" y="4876800"/>
            <a:ext cx="3543300" cy="4978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3200" y="5118100"/>
            <a:ext cx="1930400" cy="43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200" y="5689600"/>
            <a:ext cx="3225800" cy="396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41500" y="6591300"/>
            <a:ext cx="990600" cy="990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00200" y="7696200"/>
            <a:ext cx="1727200" cy="393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62100" y="8128000"/>
            <a:ext cx="1752600" cy="304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940300" y="4902200"/>
            <a:ext cx="4216400" cy="4978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143500" y="6096000"/>
            <a:ext cx="3822700" cy="3594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56200" y="5156200"/>
            <a:ext cx="3810000" cy="4318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02300" y="5524500"/>
            <a:ext cx="2692400" cy="508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46700" y="6781800"/>
            <a:ext cx="3416300" cy="1828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99100" y="6375400"/>
            <a:ext cx="3124200" cy="330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46700" y="8724900"/>
            <a:ext cx="3416300" cy="698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35600" y="8801100"/>
            <a:ext cx="558800" cy="558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02300" y="8915400"/>
            <a:ext cx="3124200" cy="330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842500" y="4876800"/>
            <a:ext cx="3543300" cy="4978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020300" y="5118100"/>
            <a:ext cx="3225800" cy="20193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680700" y="5308600"/>
            <a:ext cx="1549400" cy="3556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083800" y="5359400"/>
            <a:ext cx="825500" cy="825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020300" y="7556500"/>
            <a:ext cx="3225800" cy="2019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693400" y="7747000"/>
            <a:ext cx="1549400" cy="355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947400" y="8115300"/>
            <a:ext cx="2362200" cy="508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947400" y="8648700"/>
            <a:ext cx="2362200" cy="736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947400" y="5676900"/>
            <a:ext cx="2362200" cy="5080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947400" y="6210300"/>
            <a:ext cx="2362200" cy="7366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210800" y="7823200"/>
            <a:ext cx="571500" cy="6477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071600" y="4902200"/>
            <a:ext cx="3543300" cy="4978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4249400" y="8343900"/>
            <a:ext cx="3225800" cy="1244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049500" y="8585200"/>
            <a:ext cx="2438400" cy="2667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5062200" y="8864600"/>
            <a:ext cx="2362200" cy="5080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478000" y="8661400"/>
            <a:ext cx="469900" cy="6350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4249400" y="5308600"/>
            <a:ext cx="3225800" cy="1244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087600" y="5549900"/>
            <a:ext cx="2438400" cy="2667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087600" y="5829300"/>
            <a:ext cx="2362200" cy="5080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4325600" y="5524500"/>
            <a:ext cx="825500" cy="8255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4236700" y="6819900"/>
            <a:ext cx="3225800" cy="12446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049500" y="7061200"/>
            <a:ext cx="2438400" cy="2667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5062200" y="7340600"/>
            <a:ext cx="2362200" cy="508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4363700" y="7112000"/>
            <a:ext cx="673100" cy="6731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089400" y="7200900"/>
            <a:ext cx="914400" cy="4826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029700" y="7200900"/>
            <a:ext cx="914400" cy="4826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220700" y="7200900"/>
            <a:ext cx="914400" cy="4826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112500" y="7112000"/>
            <a:ext cx="939800" cy="4699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600" y="9080500"/>
            <a:ext cx="2794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900" y="2755900"/>
            <a:ext cx="3543300" cy="1435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2997200"/>
            <a:ext cx="25019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4900" y="4559300"/>
            <a:ext cx="3543300" cy="497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2700" y="7988300"/>
            <a:ext cx="3225800" cy="124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2800" y="8229600"/>
            <a:ext cx="2438400" cy="26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0" y="8509000"/>
            <a:ext cx="2362200" cy="50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98600" y="8318500"/>
            <a:ext cx="469900" cy="635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2700" y="4953000"/>
            <a:ext cx="3225800" cy="1244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0900" y="5194300"/>
            <a:ext cx="2438400" cy="266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20900" y="5473700"/>
            <a:ext cx="23622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8900" y="5168900"/>
            <a:ext cx="8255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0000" y="6477000"/>
            <a:ext cx="3225800" cy="1244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82800" y="6718300"/>
            <a:ext cx="2438400" cy="266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2800" y="6997700"/>
            <a:ext cx="23622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97000" y="6769100"/>
            <a:ext cx="673100" cy="673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7500" y="2755900"/>
            <a:ext cx="5473700" cy="6845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99100" y="7683500"/>
            <a:ext cx="5257800" cy="1841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3581498">
            <a:off x="4381500" y="6400800"/>
            <a:ext cx="2463800" cy="546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44300" y="2781300"/>
            <a:ext cx="5473700" cy="6819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2489200"/>
            <a:ext cx="5181600" cy="48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7594600"/>
            <a:ext cx="12509500" cy="186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95600" y="7594600"/>
            <a:ext cx="12509500" cy="186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7874000"/>
            <a:ext cx="11722100" cy="128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800" y="3111500"/>
            <a:ext cx="17437100" cy="408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89100" y="6769100"/>
            <a:ext cx="3644900" cy="8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6100" y="3098800"/>
            <a:ext cx="711200" cy="330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06700" y="5575300"/>
            <a:ext cx="711200" cy="330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32100" y="5880100"/>
            <a:ext cx="711200" cy="292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08200" y="6146800"/>
            <a:ext cx="711200" cy="241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27300" y="6286500"/>
            <a:ext cx="711200" cy="330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41500" y="6858000"/>
            <a:ext cx="711200" cy="33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14000" y="3098800"/>
            <a:ext cx="7112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8191500"/>
            <a:ext cx="3543300" cy="162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12800" y="8140700"/>
            <a:ext cx="3543300" cy="162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1100" y="8140700"/>
            <a:ext cx="3543300" cy="162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00" y="8140700"/>
            <a:ext cx="3543300" cy="1625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489200"/>
            <a:ext cx="75692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" y="7404100"/>
            <a:ext cx="4064000" cy="584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" y="8216900"/>
            <a:ext cx="3543300" cy="1473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1100" y="8280400"/>
            <a:ext cx="3543300" cy="134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1000" y="8255000"/>
            <a:ext cx="3543300" cy="137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54200" y="8343900"/>
            <a:ext cx="1397000" cy="128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3400" y="8458200"/>
            <a:ext cx="381000" cy="800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75700" y="8470900"/>
            <a:ext cx="3810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41300" y="8470900"/>
            <a:ext cx="381000" cy="800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4200" y="7150100"/>
            <a:ext cx="16814800" cy="63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5900" y="3530600"/>
            <a:ext cx="3594100" cy="3263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8200" y="3365500"/>
            <a:ext cx="9042400" cy="3568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2870200"/>
            <a:ext cx="3378200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6400" y="3060700"/>
            <a:ext cx="3225800" cy="406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489200"/>
            <a:ext cx="5626100" cy="49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6600" y="9334500"/>
            <a:ext cx="37211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500" y="9334500"/>
            <a:ext cx="36830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0900" y="9334500"/>
            <a:ext cx="43307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8100" y="9271000"/>
            <a:ext cx="4953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00900" y="9271000"/>
            <a:ext cx="482600" cy="482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25300" y="9271000"/>
            <a:ext cx="558800" cy="558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6" name="KakaoTalk_20261016_155821568">
            <a:hlinkClick r:id="" action="ppaction://media"/>
            <a:extLst>
              <a:ext uri="{FF2B5EF4-FFF2-40B4-BE49-F238E27FC236}">
                <a16:creationId xmlns:a16="http://schemas.microsoft.com/office/drawing/2014/main" id="{443DC065-1949-6B05-2BC1-10117B89DD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4188178" y="3073400"/>
            <a:ext cx="9911644" cy="557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5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2489200"/>
            <a:ext cx="7302500" cy="495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3111500"/>
            <a:ext cx="6616700" cy="53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3860800"/>
            <a:ext cx="7404100" cy="392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7988300"/>
            <a:ext cx="7353300" cy="83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6300" y="3111500"/>
            <a:ext cx="7912100" cy="54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5400" y="3873500"/>
            <a:ext cx="7086600" cy="391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6600" y="8940800"/>
            <a:ext cx="6438900" cy="1130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" y="3111500"/>
            <a:ext cx="508000" cy="50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47300" y="3086100"/>
            <a:ext cx="6731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24700" y="8902700"/>
            <a:ext cx="5969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7300" y="7950200"/>
            <a:ext cx="79121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463800"/>
            <a:ext cx="107696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076700"/>
            <a:ext cx="10261600" cy="513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6642100"/>
            <a:ext cx="47244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47500" y="5029200"/>
            <a:ext cx="50038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47500" y="7810500"/>
            <a:ext cx="51816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47500" y="4368800"/>
            <a:ext cx="25908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99900" y="4419600"/>
            <a:ext cx="2273300" cy="40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47500" y="7137400"/>
            <a:ext cx="25908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99900" y="7188200"/>
            <a:ext cx="22733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7200" y="2374900"/>
            <a:ext cx="4140200" cy="1473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500" y="4368800"/>
            <a:ext cx="10236200" cy="4584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3111500"/>
            <a:ext cx="4876800" cy="618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1676400"/>
            <a:ext cx="68199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7800" y="2705100"/>
            <a:ext cx="27686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79300" y="3111500"/>
            <a:ext cx="4876800" cy="6184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96800" y="2705100"/>
            <a:ext cx="27686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8200" y="3111500"/>
            <a:ext cx="3530600" cy="6184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500" y="2705100"/>
            <a:ext cx="21463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1200" y="2921000"/>
            <a:ext cx="1701800" cy="431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8700" y="2959100"/>
            <a:ext cx="2235200" cy="34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03200" y="2921000"/>
            <a:ext cx="1955800" cy="43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87500" y="4229100"/>
            <a:ext cx="787400" cy="787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0800" y="4381500"/>
            <a:ext cx="2603500" cy="520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87500" y="6096000"/>
            <a:ext cx="787400" cy="800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7500" y="7924800"/>
            <a:ext cx="787400" cy="78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54300" y="6210300"/>
            <a:ext cx="2603500" cy="520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67000" y="8051800"/>
            <a:ext cx="2603500" cy="520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8100" y="4114800"/>
            <a:ext cx="2603500" cy="1168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58100" y="5816600"/>
            <a:ext cx="2603500" cy="1168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58100" y="7531100"/>
            <a:ext cx="2603500" cy="1168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07900" y="3683000"/>
            <a:ext cx="3225800" cy="469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420600" y="7874000"/>
            <a:ext cx="787400" cy="787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284200" y="7797800"/>
            <a:ext cx="3594100" cy="939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64700" y="4114800"/>
            <a:ext cx="673100" cy="673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77400" y="5829300"/>
            <a:ext cx="673100" cy="673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77400" y="7543800"/>
            <a:ext cx="673100" cy="673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395200" y="4292600"/>
            <a:ext cx="4356100" cy="25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84300" y="5537200"/>
            <a:ext cx="4191000" cy="38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447800" y="7378700"/>
            <a:ext cx="4191000" cy="38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969000" y="4648200"/>
            <a:ext cx="1231900" cy="139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24600" y="4203700"/>
            <a:ext cx="520700" cy="381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718800" y="6362700"/>
            <a:ext cx="1511300" cy="139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934700" y="5905500"/>
            <a:ext cx="1130300" cy="3810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10800000">
            <a:off x="5956300" y="8191500"/>
            <a:ext cx="1231900" cy="1397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11900" y="7747000"/>
            <a:ext cx="520700" cy="381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10800000">
            <a:off x="10706100" y="8140700"/>
            <a:ext cx="1511300" cy="139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087100" y="7696200"/>
            <a:ext cx="1130300" cy="381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395200" y="4483100"/>
            <a:ext cx="4483100" cy="3022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72263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2476500"/>
            <a:ext cx="16103600" cy="360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6350000"/>
            <a:ext cx="16141700" cy="3530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71900" y="4267200"/>
            <a:ext cx="13423900" cy="2108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71900" y="7239000"/>
            <a:ext cx="134239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72263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7600" y="4432300"/>
            <a:ext cx="6350000" cy="349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700" y="3327400"/>
            <a:ext cx="9537700" cy="570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9131300"/>
            <a:ext cx="9855200" cy="381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2501900"/>
            <a:ext cx="16370300" cy="63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800" y="2603500"/>
            <a:ext cx="13690600" cy="43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600" y="9029700"/>
            <a:ext cx="495300" cy="59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9244254">
            <a:off x="9880600" y="6921500"/>
            <a:ext cx="2159000" cy="38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09700" y="4279900"/>
            <a:ext cx="85217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200" y="-127000"/>
            <a:ext cx="6388100" cy="1075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28600" y="1168400"/>
            <a:ext cx="4495800" cy="378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5156200"/>
            <a:ext cx="23749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5638800"/>
            <a:ext cx="3454400" cy="167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0" y="3340100"/>
            <a:ext cx="34925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686300"/>
            <a:ext cx="3733800" cy="74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5867400"/>
            <a:ext cx="72644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4140200"/>
            <a:ext cx="68326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7366000"/>
            <a:ext cx="11684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" y="5207000"/>
            <a:ext cx="17170400" cy="425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4927600"/>
            <a:ext cx="5003800" cy="57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676400"/>
            <a:ext cx="76581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00" y="4927600"/>
            <a:ext cx="50927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800" y="5765800"/>
            <a:ext cx="15659100" cy="332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000" y="2628900"/>
            <a:ext cx="40513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2755900"/>
            <a:ext cx="3467100" cy="40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327400"/>
            <a:ext cx="40513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6800" y="2628900"/>
            <a:ext cx="4051300" cy="1778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2755900"/>
            <a:ext cx="3467100" cy="406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6800" y="3238500"/>
            <a:ext cx="4051300" cy="1104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72600" y="2628900"/>
            <a:ext cx="4051300" cy="177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0" y="2755900"/>
            <a:ext cx="3467100" cy="406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0" y="3327400"/>
            <a:ext cx="4051300" cy="749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855700" y="2628900"/>
            <a:ext cx="4051300" cy="177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20800" y="2755900"/>
            <a:ext cx="2197100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55700" y="3302000"/>
            <a:ext cx="40513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76581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00" y="2374900"/>
            <a:ext cx="104521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700" y="2806700"/>
            <a:ext cx="17157700" cy="3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5384800" y="6172200"/>
            <a:ext cx="60706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3700" y="3225800"/>
            <a:ext cx="101600" cy="38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00" y="3175000"/>
            <a:ext cx="7112000" cy="482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200" y="3771900"/>
            <a:ext cx="69215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200" y="4216400"/>
            <a:ext cx="3911600" cy="101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9500" y="4889500"/>
            <a:ext cx="3175000" cy="279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200" y="5346700"/>
            <a:ext cx="67945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4200" y="5829300"/>
            <a:ext cx="3225800" cy="254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97300" y="5829300"/>
            <a:ext cx="1854200" cy="25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26100" y="5829300"/>
            <a:ext cx="1968500" cy="25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4200" y="6527800"/>
            <a:ext cx="177800" cy="177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" y="6451600"/>
            <a:ext cx="1955800" cy="342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6870700"/>
            <a:ext cx="1955800" cy="43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84500" y="6527800"/>
            <a:ext cx="1778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13100" y="6451600"/>
            <a:ext cx="1955800" cy="342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13100" y="6870700"/>
            <a:ext cx="1955800" cy="431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22900" y="6527800"/>
            <a:ext cx="177800" cy="177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64200" y="6451600"/>
            <a:ext cx="1955800" cy="342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64200" y="6870700"/>
            <a:ext cx="1955800" cy="431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58800" y="7531100"/>
            <a:ext cx="7010400" cy="38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800" y="7861300"/>
            <a:ext cx="6273800" cy="419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4200" y="8521700"/>
            <a:ext cx="1879600" cy="635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87600" y="8674100"/>
            <a:ext cx="5207000" cy="317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890000" y="3225800"/>
            <a:ext cx="101600" cy="381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80500" y="3187700"/>
            <a:ext cx="7188200" cy="482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080500" y="3835400"/>
            <a:ext cx="482600" cy="3683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02800" y="3771900"/>
            <a:ext cx="6997700" cy="431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28200" y="4279900"/>
            <a:ext cx="7048500" cy="279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690100" y="4749800"/>
            <a:ext cx="6769100" cy="838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690100" y="4749800"/>
            <a:ext cx="101600" cy="838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44100" y="4978400"/>
            <a:ext cx="6261100" cy="381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02800" y="5778500"/>
            <a:ext cx="6997700" cy="3175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28200" y="6184900"/>
            <a:ext cx="7048500" cy="254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080500" y="6756400"/>
            <a:ext cx="7620000" cy="381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080500" y="7061200"/>
            <a:ext cx="482600" cy="368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02800" y="7010400"/>
            <a:ext cx="6985000" cy="431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702800" y="7569200"/>
            <a:ext cx="7023100" cy="279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753600" y="7962900"/>
            <a:ext cx="2654300" cy="5588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2065000" y="7962900"/>
            <a:ext cx="673100" cy="5334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3360400" y="7962900"/>
            <a:ext cx="2870200" cy="5588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817100" y="8559800"/>
            <a:ext cx="2425700" cy="2921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3423900" y="8559800"/>
            <a:ext cx="3086100" cy="2921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728200" y="8978900"/>
            <a:ext cx="6858000" cy="2413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93700" y="9537700"/>
            <a:ext cx="17170400" cy="381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69900" y="9702800"/>
            <a:ext cx="154940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200" y="-127000"/>
            <a:ext cx="6388100" cy="1075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65100" y="1168400"/>
            <a:ext cx="4610100" cy="378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56200"/>
            <a:ext cx="23876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5638800"/>
            <a:ext cx="3454400" cy="85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0" y="3340100"/>
            <a:ext cx="34925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334000"/>
            <a:ext cx="3924300" cy="74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6324600"/>
            <a:ext cx="48006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4140200"/>
            <a:ext cx="6832600" cy="5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" y="6705600"/>
            <a:ext cx="1168400" cy="8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4381500"/>
            <a:ext cx="39878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7315200"/>
            <a:ext cx="29718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58800" y="2476500"/>
            <a:ext cx="2882900" cy="49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6100" y="3035300"/>
            <a:ext cx="7467600" cy="295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700" y="2946400"/>
            <a:ext cx="10591800" cy="669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6286500"/>
            <a:ext cx="7467600" cy="2959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0100" y="3352800"/>
            <a:ext cx="1663700" cy="533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3900" y="4305300"/>
            <a:ext cx="6997700" cy="130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0100" y="6591300"/>
            <a:ext cx="1574800" cy="533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3900" y="7493000"/>
            <a:ext cx="7848600" cy="1244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83900" y="3937000"/>
            <a:ext cx="68326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83900" y="7175500"/>
            <a:ext cx="6832600" cy="50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99200" y="1943100"/>
            <a:ext cx="14389100" cy="444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93700" y="2374900"/>
            <a:ext cx="17627600" cy="50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22700" y="4254500"/>
            <a:ext cx="444500" cy="444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76700" y="4711700"/>
            <a:ext cx="444500" cy="44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43400" y="51308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17800"/>
            <a:ext cx="16535400" cy="248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84400" y="3175000"/>
            <a:ext cx="1117600" cy="1117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62200" y="3365500"/>
            <a:ext cx="7620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58900" y="4419600"/>
            <a:ext cx="28448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2500" y="3175000"/>
            <a:ext cx="1117600" cy="111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9500" y="3289300"/>
            <a:ext cx="863600" cy="86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2800" y="4419600"/>
            <a:ext cx="1600200" cy="342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9800" y="3187700"/>
            <a:ext cx="1079500" cy="1079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4400" y="3175000"/>
            <a:ext cx="1117600" cy="1117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8600" y="4419600"/>
            <a:ext cx="2692400" cy="34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60900" y="3187700"/>
            <a:ext cx="1079500" cy="1079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5500" y="3175000"/>
            <a:ext cx="1117600" cy="1117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8100" y="4419600"/>
            <a:ext cx="2692400" cy="342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5562600"/>
            <a:ext cx="3302000" cy="3594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35100" y="5880100"/>
            <a:ext cx="1498600" cy="1206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9500" y="7188200"/>
            <a:ext cx="2273300" cy="40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8800" y="7708900"/>
            <a:ext cx="3238500" cy="736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38600" y="5562600"/>
            <a:ext cx="3302000" cy="359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40300" y="5880100"/>
            <a:ext cx="1498600" cy="1206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84700" y="7188200"/>
            <a:ext cx="2273300" cy="40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27500" y="7708900"/>
            <a:ext cx="3111500" cy="1092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18400" y="5562600"/>
            <a:ext cx="3302000" cy="3594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07400" y="5880100"/>
            <a:ext cx="1498600" cy="1206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88300" y="7188200"/>
            <a:ext cx="2273300" cy="406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45400" y="7708900"/>
            <a:ext cx="3035300" cy="1092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85500" y="5562600"/>
            <a:ext cx="3302000" cy="3594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785600" y="5880100"/>
            <a:ext cx="1498600" cy="1206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391900" y="7188200"/>
            <a:ext cx="2273300" cy="406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12500" y="7708900"/>
            <a:ext cx="3035300" cy="1092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65300" y="5562600"/>
            <a:ext cx="3302000" cy="3594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354300" y="5880100"/>
            <a:ext cx="1498600" cy="1206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262100" y="7175500"/>
            <a:ext cx="3784600" cy="406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478000" y="7708900"/>
            <a:ext cx="3263900" cy="1092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71700" y="3187700"/>
            <a:ext cx="1079500" cy="1079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" y="3175000"/>
            <a:ext cx="1117600" cy="11176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71600" y="4419600"/>
            <a:ext cx="2692400" cy="342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00900" y="3187700"/>
            <a:ext cx="1079500" cy="10795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3175000"/>
            <a:ext cx="1117600" cy="11176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89700" y="4419600"/>
            <a:ext cx="2692400" cy="3429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19300" y="2921000"/>
            <a:ext cx="571500" cy="558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35800" y="2921000"/>
            <a:ext cx="571500" cy="5588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242800" y="2921000"/>
            <a:ext cx="5715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1163300" y="33655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803900" y="33655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68300" y="34290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3022600"/>
            <a:ext cx="4356100" cy="292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700" y="6096000"/>
            <a:ext cx="6743700" cy="50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4300" y="7175500"/>
            <a:ext cx="4775200" cy="158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30100" y="3022600"/>
            <a:ext cx="4356100" cy="292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99800" y="6096000"/>
            <a:ext cx="6743700" cy="50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14200" y="7175500"/>
            <a:ext cx="4775200" cy="1193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23900" y="6718300"/>
            <a:ext cx="2082800" cy="76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100" y="3022600"/>
            <a:ext cx="4356100" cy="2921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78500" y="6096000"/>
            <a:ext cx="6743700" cy="508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6400" y="7175500"/>
            <a:ext cx="4775200" cy="158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2600" y="6718300"/>
            <a:ext cx="2082800" cy="76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30500" y="6718300"/>
            <a:ext cx="2082800" cy="76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369300" y="-8394700"/>
            <a:ext cx="15494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66700"/>
            <a:ext cx="96012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1676400"/>
            <a:ext cx="5600700" cy="673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2667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42000" y="34925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600" y="6223000"/>
            <a:ext cx="51308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0" y="6845300"/>
            <a:ext cx="20828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11645900" y="34925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0" y="6159500"/>
            <a:ext cx="5130800" cy="50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0" y="7048500"/>
            <a:ext cx="5130800" cy="1193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92200" y="6781800"/>
            <a:ext cx="2082800" cy="76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84200" y="3124200"/>
            <a:ext cx="1511300" cy="1473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81200" y="3073400"/>
            <a:ext cx="1968500" cy="158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185900" y="4635500"/>
            <a:ext cx="1409700" cy="1409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25400" y="3492500"/>
            <a:ext cx="6616700" cy="5156200"/>
          </a:xfrm>
          <a:prstGeom prst="rect">
            <a:avLst/>
          </a:prstGeom>
          <a:effectLst>
            <a:outerShdw blurRad="386477" dir="18900000">
              <a:srgbClr val="568A35">
                <a:alpha val="50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6223000"/>
            <a:ext cx="5168900" cy="508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7048500"/>
            <a:ext cx="5156200" cy="1587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00" y="6845300"/>
            <a:ext cx="2082800" cy="76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300" y="3378200"/>
            <a:ext cx="2425700" cy="2730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71900" y="3911600"/>
            <a:ext cx="1701800" cy="1917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111500" y="4584700"/>
            <a:ext cx="558800" cy="558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78600" y="7048500"/>
            <a:ext cx="5156200" cy="1193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0800" y="3378200"/>
            <a:ext cx="2667000" cy="266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630400" y="4787900"/>
            <a:ext cx="520700" cy="584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782800" y="54737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330200"/>
            <a:ext cx="17602200" cy="962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6500" y="762000"/>
            <a:ext cx="14732000" cy="551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930900" y="4254500"/>
            <a:ext cx="14732000" cy="551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100" y="-673100"/>
            <a:ext cx="6032500" cy="1625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215900"/>
            <a:ext cx="4889500" cy="55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2100" y="1206500"/>
            <a:ext cx="9359900" cy="66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609600"/>
            <a:ext cx="1765300" cy="176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2374900"/>
            <a:ext cx="1701800" cy="33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400" y="4813300"/>
            <a:ext cx="1765300" cy="176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" y="6540500"/>
            <a:ext cx="17018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400" y="6858000"/>
            <a:ext cx="1765300" cy="1765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4900" y="8585200"/>
            <a:ext cx="17018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379700" y="3441700"/>
            <a:ext cx="1816100" cy="1816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17800" y="5219700"/>
            <a:ext cx="1739900" cy="34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430500" y="5575300"/>
            <a:ext cx="1765300" cy="1765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455900" y="7327900"/>
            <a:ext cx="1701800" cy="330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811500" y="736600"/>
            <a:ext cx="939800" cy="939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417800" y="3086100"/>
            <a:ext cx="1727200" cy="33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379700" y="1308100"/>
            <a:ext cx="1790700" cy="1790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82900" y="9474200"/>
            <a:ext cx="1727200" cy="330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519400" y="7683500"/>
            <a:ext cx="1790700" cy="1790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9500" y="4495800"/>
            <a:ext cx="1727200" cy="330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6000" y="2705100"/>
            <a:ext cx="1790700" cy="1790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44800" y="3136900"/>
            <a:ext cx="9550400" cy="927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44800" y="7645400"/>
            <a:ext cx="9359900" cy="368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44800" y="5384800"/>
            <a:ext cx="9359900" cy="647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21200" y="1968500"/>
            <a:ext cx="10947400" cy="660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71900" y="4191000"/>
            <a:ext cx="11696700" cy="673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45200" y="6172200"/>
            <a:ext cx="9359900" cy="889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13400" y="8331200"/>
            <a:ext cx="9969500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D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330200"/>
            <a:ext cx="17602200" cy="962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6500" y="762000"/>
            <a:ext cx="14732000" cy="551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930900" y="4254500"/>
            <a:ext cx="14732000" cy="551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9309100"/>
            <a:ext cx="20955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200" y="9347200"/>
            <a:ext cx="7569200" cy="368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4100" y="-673100"/>
            <a:ext cx="6032500" cy="162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00" y="215900"/>
            <a:ext cx="4889500" cy="558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36600" y="6045200"/>
            <a:ext cx="4064000" cy="1854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6300" y="6057900"/>
            <a:ext cx="3556000" cy="189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6045200"/>
            <a:ext cx="4699000" cy="185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200" y="6045200"/>
            <a:ext cx="4140200" cy="1930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04900" y="4330700"/>
            <a:ext cx="3771900" cy="154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7300" y="4330700"/>
            <a:ext cx="3352800" cy="1549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9900" y="4330700"/>
            <a:ext cx="3111500" cy="1549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0" y="4330700"/>
            <a:ext cx="3378200" cy="1600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63300" y="4330700"/>
            <a:ext cx="2425700" cy="1549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80700" y="2705100"/>
            <a:ext cx="3035300" cy="151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54900" y="2705100"/>
            <a:ext cx="3124200" cy="151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8300" y="2679700"/>
            <a:ext cx="3187700" cy="1511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1200" y="2667000"/>
            <a:ext cx="3378200" cy="1549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1200" y="1079500"/>
            <a:ext cx="3378200" cy="151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78300" y="1079500"/>
            <a:ext cx="3035300" cy="1511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804900" y="1066800"/>
            <a:ext cx="3695700" cy="3111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64800" y="1079500"/>
            <a:ext cx="3124200" cy="1511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02500" y="1079500"/>
            <a:ext cx="3073400" cy="151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35800" y="8089900"/>
            <a:ext cx="42164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509000" y="-8534400"/>
            <a:ext cx="1282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27000"/>
            <a:ext cx="12954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00" y="127000"/>
            <a:ext cx="2362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841500"/>
            <a:ext cx="5715000" cy="3517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841500"/>
            <a:ext cx="5715000" cy="3517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0" y="1841500"/>
            <a:ext cx="5715000" cy="351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5943600"/>
            <a:ext cx="5715000" cy="351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200" y="5943600"/>
            <a:ext cx="5715000" cy="3517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9400" y="1879600"/>
            <a:ext cx="1866900" cy="1866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879600"/>
            <a:ext cx="1905000" cy="1905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03600" y="1879600"/>
            <a:ext cx="1930400" cy="1930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3100" y="5981700"/>
            <a:ext cx="1930400" cy="1930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93700" y="5981700"/>
            <a:ext cx="1930400" cy="1930400"/>
          </a:xfrm>
          <a:prstGeom prst="rect">
            <a:avLst/>
          </a:prstGeom>
        </p:spPr>
      </p:pic>
      <p:pic>
        <p:nvPicPr>
          <p:cNvPr id="17" name="Picture 17">
            <a:hlinkClick r:id="" action="ppaction://noaction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2120900"/>
            <a:ext cx="2133600" cy="495300"/>
          </a:xfrm>
          <a:prstGeom prst="rect">
            <a:avLst/>
          </a:prstGeom>
        </p:spPr>
      </p:pic>
      <p:pic>
        <p:nvPicPr>
          <p:cNvPr id="18" name="Picture 18">
            <a:hlinkClick r:id="" action="ppaction://noaction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2120900"/>
            <a:ext cx="3352800" cy="495300"/>
          </a:xfrm>
          <a:prstGeom prst="rect">
            <a:avLst/>
          </a:prstGeom>
        </p:spPr>
      </p:pic>
      <p:pic>
        <p:nvPicPr>
          <p:cNvPr id="19" name="Picture 19">
            <a:hlinkClick r:id="" action="ppaction://noaction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73000" y="2120900"/>
            <a:ext cx="3390900" cy="495300"/>
          </a:xfrm>
          <a:prstGeom prst="rect">
            <a:avLst/>
          </a:prstGeom>
        </p:spPr>
      </p:pic>
      <p:pic>
        <p:nvPicPr>
          <p:cNvPr id="20" name="Picture 20">
            <a:hlinkClick r:id="" action="ppaction://noaction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5200" y="6362700"/>
            <a:ext cx="2641600" cy="495300"/>
          </a:xfrm>
          <a:prstGeom prst="rect">
            <a:avLst/>
          </a:prstGeom>
        </p:spPr>
      </p:pic>
      <p:pic>
        <p:nvPicPr>
          <p:cNvPr id="21" name="Picture 21">
            <a:hlinkClick r:id="" action="ppaction://noaction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4700" y="6362700"/>
            <a:ext cx="2692400" cy="49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2794000"/>
            <a:ext cx="1765300" cy="1358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3700" y="2717800"/>
            <a:ext cx="1333500" cy="1333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76200" y="2832100"/>
            <a:ext cx="1295400" cy="1333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48100" y="7010400"/>
            <a:ext cx="1092200" cy="142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80600" y="6959600"/>
            <a:ext cx="1866900" cy="1524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5600" y="4318000"/>
            <a:ext cx="2146300" cy="660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407900" y="4318000"/>
            <a:ext cx="2146300" cy="660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27400" y="8521700"/>
            <a:ext cx="2146300" cy="660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05600" y="4229100"/>
            <a:ext cx="1435100" cy="635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88500" y="8585200"/>
            <a:ext cx="2057400" cy="546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64600" y="3746500"/>
            <a:ext cx="3111500" cy="1524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163800" y="3784600"/>
            <a:ext cx="2882900" cy="1524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176500" y="3632200"/>
            <a:ext cx="469900" cy="520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0" y="7886700"/>
            <a:ext cx="2882900" cy="1524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96000" y="7734300"/>
            <a:ext cx="469900" cy="5207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166600" y="7886700"/>
            <a:ext cx="2882900" cy="1524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179300" y="7734300"/>
            <a:ext cx="469900" cy="520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28100" y="4343400"/>
            <a:ext cx="3124200" cy="876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494000" y="4356100"/>
            <a:ext cx="2565400" cy="876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851900" y="3632200"/>
            <a:ext cx="469900" cy="520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00800" y="8445500"/>
            <a:ext cx="1968500" cy="876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11500" y="3784600"/>
            <a:ext cx="2882900" cy="1524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124200" y="3632200"/>
            <a:ext cx="469900" cy="5207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454400" y="4356100"/>
            <a:ext cx="3124200" cy="876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319000" y="8445500"/>
            <a:ext cx="27686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358900"/>
            <a:ext cx="18097500" cy="8623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509000" y="-8534400"/>
            <a:ext cx="1282700" cy="18313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27000"/>
            <a:ext cx="12954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500" y="127000"/>
            <a:ext cx="2362200" cy="100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9600" y="381000"/>
            <a:ext cx="47498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8200" y="419100"/>
            <a:ext cx="44577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8509000" y="-8534400"/>
            <a:ext cx="1282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27000"/>
            <a:ext cx="12954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00" y="127000"/>
            <a:ext cx="2362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87900" y="9436100"/>
            <a:ext cx="571500" cy="60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38700" y="9512300"/>
            <a:ext cx="444500" cy="44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9600" y="381000"/>
            <a:ext cx="54737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419100"/>
            <a:ext cx="5130800" cy="49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700" y="2489200"/>
            <a:ext cx="18415000" cy="6908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1498600"/>
            <a:ext cx="9626600" cy="444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" y="2019300"/>
            <a:ext cx="9804400" cy="5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사용자 지정</PresentationFormat>
  <Paragraphs>0</Paragraphs>
  <Slides>37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김민경</cp:lastModifiedBy>
  <cp:revision>4</cp:revision>
  <dcterms:created xsi:type="dcterms:W3CDTF">2006-08-16T00:00:00Z</dcterms:created>
  <dcterms:modified xsi:type="dcterms:W3CDTF">2026-10-16T08:30:17Z</dcterms:modified>
</cp:coreProperties>
</file>